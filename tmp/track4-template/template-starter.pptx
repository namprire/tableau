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0c4f714dc434721" /><Relationship Type="http://schemas.openxmlformats.org/officeDocument/2006/relationships/extended-properties" Target="/docProps/app.xml" Id="R9cc924dbfea8469e" /><Relationship Type="http://schemas.openxmlformats.org/officeDocument/2006/relationships/officeDocument" Target="/ppt/presentation.xml" Id="R81bb48218b294020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30b4824f3e7a49af"/>
    <p:sldMasterId xmlns:r="http://schemas.openxmlformats.org/officeDocument/2006/relationships" id="2147483660" r:id="Rd029a948fa67432b"/>
    <p:sldMasterId xmlns:r="http://schemas.openxmlformats.org/officeDocument/2006/relationships" id="2147483689" r:id="Rc826cdb093a74e61"/>
  </p:sldMasterIdLst>
  <p:notesMasterIdLst>
    <p:notesMasterId xmlns:r="http://schemas.openxmlformats.org/officeDocument/2006/relationships" r:id="R8d0414631d70472e"/>
  </p:notesMasterIdLst>
  <p:sldIdLst>
    <p:sldId xmlns:r="http://schemas.openxmlformats.org/officeDocument/2006/relationships" id="256" r:id="R97224fb1342e4922"/>
    <p:sldId xmlns:r="http://schemas.openxmlformats.org/officeDocument/2006/relationships" id="257" r:id="Rf88097a3306241ae"/>
    <p:sldId xmlns:r="http://schemas.openxmlformats.org/officeDocument/2006/relationships" id="258" r:id="Rfecc0d9edabd4440"/>
    <p:sldId xmlns:r="http://schemas.openxmlformats.org/officeDocument/2006/relationships" id="259" r:id="R5fae748825ef4b2f"/>
    <p:sldId xmlns:r="http://schemas.openxmlformats.org/officeDocument/2006/relationships" id="260" r:id="R5fdb6cc1a2944e5f"/>
    <p:sldId xmlns:r="http://schemas.openxmlformats.org/officeDocument/2006/relationships" id="261" r:id="Rf01c6619d52c464a"/>
    <p:sldId xmlns:r="http://schemas.openxmlformats.org/officeDocument/2006/relationships" id="262" r:id="R40a3da5437e94597"/>
    <p:sldId xmlns:r="http://schemas.openxmlformats.org/officeDocument/2006/relationships" id="263" r:id="R35dc96010c7842ad"/>
  </p:sldIdLst>
  <p:sldSz cx="9144000" cy="5143500"/>
  <p:notesSz cx="6858000" cy="9144000"/>
  <p:embeddedFontLst>
    <p:embeddedFont>
      <p:font typeface="Inter Tight Medium"/>
      <p:regular xmlns:r="http://schemas.openxmlformats.org/officeDocument/2006/relationships" r:id="R1b04e39abd5f4d52"/>
      <p:bold xmlns:r="http://schemas.openxmlformats.org/officeDocument/2006/relationships" r:id="R9344c48c66ec44ca"/>
      <p:italic xmlns:r="http://schemas.openxmlformats.org/officeDocument/2006/relationships" r:id="R3ab14616712549ae"/>
      <p:boldItalic xmlns:r="http://schemas.openxmlformats.org/officeDocument/2006/relationships" r:id="R16a43ee8698d4770"/>
    </p:embeddedFont>
    <p:embeddedFont>
      <p:font typeface="Inter"/>
      <p:regular xmlns:r="http://schemas.openxmlformats.org/officeDocument/2006/relationships" r:id="R1b0155026d514354"/>
      <p:bold xmlns:r="http://schemas.openxmlformats.org/officeDocument/2006/relationships" r:id="Rffc811849a454b5f"/>
      <p:italic xmlns:r="http://schemas.openxmlformats.org/officeDocument/2006/relationships" r:id="R964f3eb8db8c413a"/>
      <p:boldItalic xmlns:r="http://schemas.openxmlformats.org/officeDocument/2006/relationships" r:id="R7505fd11a4e74082"/>
    </p:embeddedFont>
    <p:embeddedFont>
      <p:font typeface="Poppins Medium"/>
      <p:regular xmlns:r="http://schemas.openxmlformats.org/officeDocument/2006/relationships" r:id="Rc6e2c383bf994aca"/>
      <p:bold xmlns:r="http://schemas.openxmlformats.org/officeDocument/2006/relationships" r:id="R6f857f9d52da4efa"/>
      <p:italic xmlns:r="http://schemas.openxmlformats.org/officeDocument/2006/relationships" r:id="R7e4b1fd9d886466e"/>
      <p:boldItalic xmlns:r="http://schemas.openxmlformats.org/officeDocument/2006/relationships" r:id="Rced8073448814e47"/>
    </p:embeddedFont>
    <p:embeddedFont>
      <p:font typeface="Fira Sans"/>
      <p:regular xmlns:r="http://schemas.openxmlformats.org/officeDocument/2006/relationships" r:id="Rca8fd4b7354b4d14"/>
      <p:bold xmlns:r="http://schemas.openxmlformats.org/officeDocument/2006/relationships" r:id="R1d927fd8827b48c0"/>
      <p:italic xmlns:r="http://schemas.openxmlformats.org/officeDocument/2006/relationships" r:id="R0bc9b47657594d4c"/>
      <p:boldItalic xmlns:r="http://schemas.openxmlformats.org/officeDocument/2006/relationships" r:id="R462d765a2cc14575"/>
    </p:embeddedFont>
    <p:embeddedFont>
      <p:font typeface="Inter Tight"/>
      <p:regular xmlns:r="http://schemas.openxmlformats.org/officeDocument/2006/relationships" r:id="Rc16e4558e91e425d"/>
      <p:bold xmlns:r="http://schemas.openxmlformats.org/officeDocument/2006/relationships" r:id="R67ef22fcef0f4337"/>
      <p:italic xmlns:r="http://schemas.openxmlformats.org/officeDocument/2006/relationships" r:id="Rebac2f0824f14eb2"/>
      <p:boldItalic xmlns:r="http://schemas.openxmlformats.org/officeDocument/2006/relationships" r:id="R23e4f0518bb241e3"/>
    </p:embeddedFont>
    <p:embeddedFont>
      <p:font typeface="IBM Plex Mono"/>
      <p:regular xmlns:r="http://schemas.openxmlformats.org/officeDocument/2006/relationships" r:id="R87e6c6c137434fcb"/>
      <p:bold xmlns:r="http://schemas.openxmlformats.org/officeDocument/2006/relationships" r:id="Rc280634d4a204de5"/>
      <p:italic xmlns:r="http://schemas.openxmlformats.org/officeDocument/2006/relationships" r:id="Rb7504d8ff8754ab0"/>
      <p:boldItalic xmlns:r="http://schemas.openxmlformats.org/officeDocument/2006/relationships" r:id="Rc5fabccd22ac4f34"/>
    </p:embeddedFont>
    <p:embeddedFont>
      <p:font typeface="Inter Tight SemiBold"/>
      <p:regular xmlns:r="http://schemas.openxmlformats.org/officeDocument/2006/relationships" r:id="R97252f29cf7d460d"/>
      <p:bold xmlns:r="http://schemas.openxmlformats.org/officeDocument/2006/relationships" r:id="R884b1df112574979"/>
      <p:italic xmlns:r="http://schemas.openxmlformats.org/officeDocument/2006/relationships" r:id="R8761e2429b1f47d3"/>
      <p:boldItalic xmlns:r="http://schemas.openxmlformats.org/officeDocument/2006/relationships" r:id="R960ca7a3a6ea4849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xmlns:r="http://schemas.openxmlformats.org/officeDocument/2006/relationships" def="{C08DCDD0-C3C9-4CB3-AA9D-0416B381EA04}">
  <a:tblStyle styleId="{C08DCDD0-C3C9-4CB3-AA9D-0416B381EA04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786a2c3577748f9" /><Relationship Type="http://schemas.openxmlformats.org/officeDocument/2006/relationships/slideMaster" Target="/ppt/slideMasters/slideMaster1.xml" Id="R30b4824f3e7a49af" /><Relationship Type="http://schemas.openxmlformats.org/officeDocument/2006/relationships/slideMaster" Target="/ppt/slideMasters/slideMaster2.xml" Id="Rd029a948fa67432b" /><Relationship Type="http://schemas.openxmlformats.org/officeDocument/2006/relationships/slideMaster" Target="/ppt/slideMasters/slideMaster3.xml" Id="Rc826cdb093a74e61" /><Relationship Type="http://schemas.openxmlformats.org/officeDocument/2006/relationships/notesMaster" Target="/ppt/notesMasters/notesMaster1.xml" Id="R8d0414631d70472e" /><Relationship Type="http://schemas.openxmlformats.org/officeDocument/2006/relationships/presProps" Target="/ppt/presProps.xml" Id="Rb838bafa6afa4ae8" /><Relationship Type="http://schemas.openxmlformats.org/officeDocument/2006/relationships/viewProps" Target="/ppt/viewProps.xml" Id="R267b6b1746af4097" /><Relationship Type="http://schemas.openxmlformats.org/officeDocument/2006/relationships/tableStyles" Target="/ppt/tableStyles.xml" Id="R0d3a2a9f11cb4253" /><Relationship Type="http://schemas.openxmlformats.org/officeDocument/2006/relationships/font" Target="/ppt/fonts/font.dat" Id="R1b04e39abd5f4d52" /><Relationship Type="http://schemas.openxmlformats.org/officeDocument/2006/relationships/font" Target="/ppt/fonts/font2.dat" Id="R9344c48c66ec44ca" /><Relationship Type="http://schemas.openxmlformats.org/officeDocument/2006/relationships/font" Target="/ppt/fonts/font3.dat" Id="R3ab14616712549ae" /><Relationship Type="http://schemas.openxmlformats.org/officeDocument/2006/relationships/font" Target="/ppt/fonts/font4.dat" Id="R16a43ee8698d4770" /><Relationship Type="http://schemas.openxmlformats.org/officeDocument/2006/relationships/font" Target="/ppt/fonts/font5.dat" Id="R1b0155026d514354" /><Relationship Type="http://schemas.openxmlformats.org/officeDocument/2006/relationships/font" Target="/ppt/fonts/font6.dat" Id="Rffc811849a454b5f" /><Relationship Type="http://schemas.openxmlformats.org/officeDocument/2006/relationships/font" Target="/ppt/fonts/font7.dat" Id="R964f3eb8db8c413a" /><Relationship Type="http://schemas.openxmlformats.org/officeDocument/2006/relationships/font" Target="/ppt/fonts/font8.dat" Id="R7505fd11a4e74082" /><Relationship Type="http://schemas.openxmlformats.org/officeDocument/2006/relationships/font" Target="/ppt/fonts/font9.dat" Id="Rc6e2c383bf994aca" /><Relationship Type="http://schemas.openxmlformats.org/officeDocument/2006/relationships/font" Target="/ppt/fonts/font10.dat" Id="R6f857f9d52da4efa" /><Relationship Type="http://schemas.openxmlformats.org/officeDocument/2006/relationships/font" Target="/ppt/fonts/font11.dat" Id="R7e4b1fd9d886466e" /><Relationship Type="http://schemas.openxmlformats.org/officeDocument/2006/relationships/font" Target="/ppt/fonts/font12.dat" Id="Rced8073448814e47" /><Relationship Type="http://schemas.openxmlformats.org/officeDocument/2006/relationships/font" Target="/ppt/fonts/font13.dat" Id="Rca8fd4b7354b4d14" /><Relationship Type="http://schemas.openxmlformats.org/officeDocument/2006/relationships/font" Target="/ppt/fonts/font14.dat" Id="R1d927fd8827b48c0" /><Relationship Type="http://schemas.openxmlformats.org/officeDocument/2006/relationships/font" Target="/ppt/fonts/font15.dat" Id="R0bc9b47657594d4c" /><Relationship Type="http://schemas.openxmlformats.org/officeDocument/2006/relationships/font" Target="/ppt/fonts/font16.dat" Id="R462d765a2cc14575" /><Relationship Type="http://schemas.openxmlformats.org/officeDocument/2006/relationships/font" Target="/ppt/fonts/font17.dat" Id="Rc16e4558e91e425d" /><Relationship Type="http://schemas.openxmlformats.org/officeDocument/2006/relationships/font" Target="/ppt/fonts/font18.dat" Id="R67ef22fcef0f4337" /><Relationship Type="http://schemas.openxmlformats.org/officeDocument/2006/relationships/font" Target="/ppt/fonts/font19.dat" Id="Rebac2f0824f14eb2" /><Relationship Type="http://schemas.openxmlformats.org/officeDocument/2006/relationships/font" Target="/ppt/fonts/font20.dat" Id="R23e4f0518bb241e3" /><Relationship Type="http://schemas.openxmlformats.org/officeDocument/2006/relationships/font" Target="/ppt/fonts/font21.dat" Id="R87e6c6c137434fcb" /><Relationship Type="http://schemas.openxmlformats.org/officeDocument/2006/relationships/font" Target="/ppt/fonts/font22.dat" Id="Rc280634d4a204de5" /><Relationship Type="http://schemas.openxmlformats.org/officeDocument/2006/relationships/font" Target="/ppt/fonts/font23.dat" Id="Rb7504d8ff8754ab0" /><Relationship Type="http://schemas.openxmlformats.org/officeDocument/2006/relationships/font" Target="/ppt/fonts/font24.dat" Id="Rc5fabccd22ac4f34" /><Relationship Type="http://schemas.openxmlformats.org/officeDocument/2006/relationships/font" Target="/ppt/fonts/font25.dat" Id="R97252f29cf7d460d" /><Relationship Type="http://schemas.openxmlformats.org/officeDocument/2006/relationships/font" Target="/ppt/fonts/font26.dat" Id="R884b1df112574979" /><Relationship Type="http://schemas.openxmlformats.org/officeDocument/2006/relationships/font" Target="/ppt/fonts/font27.dat" Id="R8761e2429b1f47d3" /><Relationship Type="http://schemas.openxmlformats.org/officeDocument/2006/relationships/font" Target="/ppt/fonts/font28.dat" Id="R960ca7a3a6ea4849" /><Relationship Type="http://schemas.openxmlformats.org/officeDocument/2006/relationships/slide" Target="/ppt/slides/slide1.xml" Id="R97224fb1342e4922" /><Relationship Type="http://schemas.openxmlformats.org/officeDocument/2006/relationships/slide" Target="/ppt/slides/slide2.xml" Id="Rf88097a3306241ae" /><Relationship Type="http://schemas.openxmlformats.org/officeDocument/2006/relationships/slide" Target="/ppt/slides/slide3.xml" Id="Rfecc0d9edabd4440" /><Relationship Type="http://schemas.openxmlformats.org/officeDocument/2006/relationships/slide" Target="/ppt/slides/slide4.xml" Id="R5fae748825ef4b2f" /><Relationship Type="http://schemas.openxmlformats.org/officeDocument/2006/relationships/slide" Target="/ppt/slides/slide5.xml" Id="R5fdb6cc1a2944e5f" /><Relationship Type="http://schemas.openxmlformats.org/officeDocument/2006/relationships/slide" Target="/ppt/slides/slide6.xml" Id="Rf01c6619d52c464a" /><Relationship Type="http://schemas.openxmlformats.org/officeDocument/2006/relationships/slide" Target="/ppt/slides/slide7.xml" Id="R40a3da5437e94597" /><Relationship Type="http://schemas.openxmlformats.org/officeDocument/2006/relationships/slide" Target="/ppt/slides/slide8.xml" Id="R35dc96010c7842a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10479f32ca75444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24282d01b644201" /><Relationship Type="http://schemas.openxmlformats.org/officeDocument/2006/relationships/notesMaster" Target="/ppt/notesMasters/notesMaster1.xml" Id="R87ab1a28c853475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56b7dfce2014d7c" /><Relationship Type="http://schemas.openxmlformats.org/officeDocument/2006/relationships/notesMaster" Target="/ppt/notesMasters/notesMaster1.xml" Id="R504bd5743d2847d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77fa94850ef4c23" /><Relationship Type="http://schemas.openxmlformats.org/officeDocument/2006/relationships/notesMaster" Target="/ppt/notesMasters/notesMaster1.xml" Id="R096e658c3d51413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5321c9ef458419d" /><Relationship Type="http://schemas.openxmlformats.org/officeDocument/2006/relationships/notesMaster" Target="/ppt/notesMasters/notesMaster1.xml" Id="R7663bfd8b7ff437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ec29e9559884242" /><Relationship Type="http://schemas.openxmlformats.org/officeDocument/2006/relationships/notesMaster" Target="/ppt/notesMasters/notesMaster1.xml" Id="R2def995cd76f4c7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020da29df5a43be" /><Relationship Type="http://schemas.openxmlformats.org/officeDocument/2006/relationships/notesMaster" Target="/ppt/notesMasters/notesMaster1.xml" Id="R208aeb42ce7744f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c34bf4649984499" /><Relationship Type="http://schemas.openxmlformats.org/officeDocument/2006/relationships/notesMaster" Target="/ppt/notesMasters/notesMaster1.xml" Id="R8a6b3d127fe148c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f5a18438727408c" /><Relationship Type="http://schemas.openxmlformats.org/officeDocument/2006/relationships/notesMaster" Target="/ppt/notesMasters/notesMaster1.xml" Id="R8758d089be3a48d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f26d97a6c843e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2b37066a92493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efbff4903840c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a9b0be1bd7403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59bc97785c457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2b8ce1a0bf4c99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2a93e25b2b4af3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1070b396a84d78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07366075a443dd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6718dae5c24ffc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1a000cab314584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7d2fa7d7f7c48c8" /><Relationship Type="http://schemas.openxmlformats.org/officeDocument/2006/relationships/image" Target="/ppt/media/image.png" Id="R6849e7624cd040a6" /><Relationship Type="http://schemas.openxmlformats.org/officeDocument/2006/relationships/image" Target="/ppt/media/image2.png" Id="Rf7d4b20da02b40b6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3acdfac1ecb49b7" /><Relationship Type="http://schemas.openxmlformats.org/officeDocument/2006/relationships/image" Target="/ppt/media/image.png" Id="R3a11f1f19c1c4419" /><Relationship Type="http://schemas.openxmlformats.org/officeDocument/2006/relationships/image" Target="/ppt/media/image2.png" Id="R1769b03e12d74a96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828ed9ee6584c63" /><Relationship Type="http://schemas.openxmlformats.org/officeDocument/2006/relationships/image" Target="/ppt/media/image.png" Id="R199ac338894a40c2" /><Relationship Type="http://schemas.openxmlformats.org/officeDocument/2006/relationships/image" Target="/ppt/media/image2.png" Id="R3661da82131c4e40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9bfff43816e4683" /><Relationship Type="http://schemas.openxmlformats.org/officeDocument/2006/relationships/image" Target="/ppt/media/image.png" Id="Ra874e2681d7f4e70" /><Relationship Type="http://schemas.openxmlformats.org/officeDocument/2006/relationships/image" Target="/ppt/media/image2.png" Id="Rf01e3ae3e6de4166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af61a25e63d4584" /><Relationship Type="http://schemas.openxmlformats.org/officeDocument/2006/relationships/image" Target="/ppt/media/image.png" Id="Rd9b6f33927254e0c" /><Relationship Type="http://schemas.openxmlformats.org/officeDocument/2006/relationships/image" Target="/ppt/media/image2.png" Id="R67d4ba22f3814913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3cbf62ca40044c5" /><Relationship Type="http://schemas.openxmlformats.org/officeDocument/2006/relationships/image" Target="/ppt/media/image.png" Id="Rb6e30871ab394e18" /><Relationship Type="http://schemas.openxmlformats.org/officeDocument/2006/relationships/image" Target="/ppt/media/image2.png" Id="Rb24e97bb216b446c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de704db495b4af0" /><Relationship Type="http://schemas.openxmlformats.org/officeDocument/2006/relationships/image" Target="/ppt/media/image.png" Id="R2cceac9806b9463d" /><Relationship Type="http://schemas.openxmlformats.org/officeDocument/2006/relationships/image" Target="/ppt/media/image2.png" Id="R84ece3092dfb443b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befbf2278af4548" /><Relationship Type="http://schemas.openxmlformats.org/officeDocument/2006/relationships/image" Target="/ppt/media/image.png" Id="R6c24bf009a284f85" /><Relationship Type="http://schemas.openxmlformats.org/officeDocument/2006/relationships/image" Target="/ppt/media/image2.png" Id="R3e6b759755a54443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8c312d6cc0a495b" /><Relationship Type="http://schemas.openxmlformats.org/officeDocument/2006/relationships/image" Target="/ppt/media/image2.png" Id="R6d91d2babe864e13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461775a249d4fd2" /><Relationship Type="http://schemas.openxmlformats.org/officeDocument/2006/relationships/image" Target="/ppt/media/image.png" Id="Rf0de8a91ca1740c0" /><Relationship Type="http://schemas.openxmlformats.org/officeDocument/2006/relationships/image" Target="/ppt/media/image2.png" Id="R819116fd50994e7c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f4b2b4345284936" /><Relationship Type="http://schemas.openxmlformats.org/officeDocument/2006/relationships/image" Target="/ppt/media/image.png" Id="R74a628a6d7cb403b" /><Relationship Type="http://schemas.openxmlformats.org/officeDocument/2006/relationships/image" Target="/ppt/media/image2.png" Id="R66fcce3162d94a83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e8695669bf241d3" /><Relationship Type="http://schemas.openxmlformats.org/officeDocument/2006/relationships/image" Target="/ppt/media/image.png" Id="Rc2b6d4d1816f48d6" /><Relationship Type="http://schemas.openxmlformats.org/officeDocument/2006/relationships/image" Target="/ppt/media/image2.png" Id="R6d3b66aa5d2f4c6d" /></Relationships>
</file>

<file path=ppt/slideLayouts/_rels/slideLayout2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9fc9352a8c844f5" /><Relationship Type="http://schemas.openxmlformats.org/officeDocument/2006/relationships/image" Target="/ppt/media/image.png" Id="R7298657aa6a744e6" /><Relationship Type="http://schemas.openxmlformats.org/officeDocument/2006/relationships/image" Target="/ppt/media/image3.png" Id="Rb88abe3d38bb481d" /></Relationships>
</file>

<file path=ppt/slideLayouts/_rels/slideLayout2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d6519fad3384900" /><Relationship Type="http://schemas.openxmlformats.org/officeDocument/2006/relationships/image" Target="/ppt/media/image.png" Id="R3a7733ab04e14fc1" /><Relationship Type="http://schemas.openxmlformats.org/officeDocument/2006/relationships/image" Target="/ppt/media/image3.png" Id="R5dd4a5ad19a4410f" /></Relationships>
</file>

<file path=ppt/slideLayouts/_rels/slideLayout2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785f0565a8c4552" /><Relationship Type="http://schemas.openxmlformats.org/officeDocument/2006/relationships/image" Target="/ppt/media/image.png" Id="Rbce172c76a4d47f9" /><Relationship Type="http://schemas.openxmlformats.org/officeDocument/2006/relationships/image" Target="/ppt/media/image3.png" Id="R2ec0481cacb548bb" /></Relationships>
</file>

<file path=ppt/slideLayouts/_rels/slideLayout2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876b7fc95524d1c" /><Relationship Type="http://schemas.openxmlformats.org/officeDocument/2006/relationships/image" Target="/ppt/media/image.png" Id="R77ba12fa45494d3e" /><Relationship Type="http://schemas.openxmlformats.org/officeDocument/2006/relationships/image" Target="/ppt/media/image3.png" Id="R59953606a76d46d2" /></Relationships>
</file>

<file path=ppt/slideLayouts/_rels/slideLayout2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30385f0bbdd4b01" /><Relationship Type="http://schemas.openxmlformats.org/officeDocument/2006/relationships/image" Target="/ppt/media/image.png" Id="R7a23bfa647e7403a" /><Relationship Type="http://schemas.openxmlformats.org/officeDocument/2006/relationships/image" Target="/ppt/media/image3.png" Id="Rde0476ed999343d4" /></Relationships>
</file>

<file path=ppt/slideLayouts/_rels/slideLayout2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f6678a363e44316" /><Relationship Type="http://schemas.openxmlformats.org/officeDocument/2006/relationships/image" Target="/ppt/media/image2.png" Id="Rb36d923c7c8d49e8" /></Relationships>
</file>

<file path=ppt/slideLayouts/_rels/slideLayout3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2ef6f35cf6d4437" /><Relationship Type="http://schemas.openxmlformats.org/officeDocument/2006/relationships/image" Target="/ppt/media/image.png" Id="Rce0662b947cf4957" /><Relationship Type="http://schemas.openxmlformats.org/officeDocument/2006/relationships/image" Target="/ppt/media/image2.png" Id="R0853c272d9d04564" /></Relationships>
</file>

<file path=ppt/slideLayouts/_rels/slideLayout3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fe670745b3144b2" /><Relationship Type="http://schemas.openxmlformats.org/officeDocument/2006/relationships/image" Target="/ppt/media/image.png" Id="Rc943ea8b1b2f43ef" /><Relationship Type="http://schemas.openxmlformats.org/officeDocument/2006/relationships/image" Target="/ppt/media/image2.png" Id="R5a1aacf2ca204d60" /></Relationships>
</file>

<file path=ppt/slideLayouts/_rels/slideLayout3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8426a63b5b348c7" /><Relationship Type="http://schemas.openxmlformats.org/officeDocument/2006/relationships/image" Target="/ppt/media/image.png" Id="R8dfedcf1da004f05" /><Relationship Type="http://schemas.openxmlformats.org/officeDocument/2006/relationships/image" Target="/ppt/media/image2.png" Id="R8b9cdcc4d3d54fcc" /></Relationships>
</file>

<file path=ppt/slideLayouts/_rels/slideLayout3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d04821d19614834" /><Relationship Type="http://schemas.openxmlformats.org/officeDocument/2006/relationships/image" Target="/ppt/media/image.png" Id="R16e019407463417b" /><Relationship Type="http://schemas.openxmlformats.org/officeDocument/2006/relationships/image" Target="/ppt/media/image2.png" Id="R6eeb9af9e1784ef0" /></Relationships>
</file>

<file path=ppt/slideLayouts/_rels/slideLayout3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e0cfa9718c1424f" /><Relationship Type="http://schemas.openxmlformats.org/officeDocument/2006/relationships/image" Target="/ppt/media/image.png" Id="Rfe8de6d98fa74650" /><Relationship Type="http://schemas.openxmlformats.org/officeDocument/2006/relationships/image" Target="/ppt/media/image3.png" Id="Re57c70e7daad4fd1" /></Relationships>
</file>

<file path=ppt/slideLayouts/_rels/slideLayout3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b5c5613c06b49c9" /><Relationship Type="http://schemas.openxmlformats.org/officeDocument/2006/relationships/image" Target="/ppt/media/image.png" Id="Rbc1fca866fa2477d" /><Relationship Type="http://schemas.openxmlformats.org/officeDocument/2006/relationships/image" Target="/ppt/media/image2.png" Id="Re0085c0c39f34033" /></Relationships>
</file>

<file path=ppt/slideLayouts/_rels/slideLayout3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5314ccf00254a33" /><Relationship Type="http://schemas.openxmlformats.org/officeDocument/2006/relationships/image" Target="/ppt/media/image.png" Id="R209a26d196c345de" /></Relationships>
</file>

<file path=ppt/slideLayouts/_rels/slideLayout3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92a6d210e2a4023" /><Relationship Type="http://schemas.openxmlformats.org/officeDocument/2006/relationships/image" Target="/ppt/media/image.png" Id="Rd6c83dcbe0ec420e" /><Relationship Type="http://schemas.openxmlformats.org/officeDocument/2006/relationships/image" Target="/ppt/media/image2.png" Id="R9bff907d83c34fbc" /></Relationships>
</file>

<file path=ppt/slideLayouts/_rels/slideLayout3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f0d7ad640644124" /><Relationship Type="http://schemas.openxmlformats.org/officeDocument/2006/relationships/image" Target="/ppt/media/image.png" Id="Rc50a79852ec648db" /><Relationship Type="http://schemas.openxmlformats.org/officeDocument/2006/relationships/image" Target="/ppt/media/image2.png" Id="Ra250a7287f714d0f" /></Relationships>
</file>

<file path=ppt/slideLayouts/_rels/slideLayout3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4fa6e4f4bc449b0" /><Relationship Type="http://schemas.openxmlformats.org/officeDocument/2006/relationships/image" Target="/ppt/media/image3.png" Id="R37c543bea9474133" /></Relationships>
</file>

<file path=ppt/slideLayouts/_rels/slideLayout40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69913c3c2d1c4fdb" /><Relationship Type="http://schemas.openxmlformats.org/officeDocument/2006/relationships/image" Target="/ppt/media/image.png" Id="Rcf4e1efeccb6448c" /></Relationships>
</file>

<file path=ppt/slideLayouts/_rels/slideLayout41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84f70c31ffba429d" /><Relationship Type="http://schemas.openxmlformats.org/officeDocument/2006/relationships/image" Target="/ppt/media/image.png" Id="R6497c5c89e574ebe" /></Relationships>
</file>

<file path=ppt/slideLayouts/_rels/slideLayout42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a173e7ba4da94136" /><Relationship Type="http://schemas.openxmlformats.org/officeDocument/2006/relationships/image" Target="/ppt/media/image.png" Id="Rb77bdbbd756d4fd3" /></Relationships>
</file>

<file path=ppt/slideLayouts/_rels/slideLayout43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0bdb35ab4207449c" /><Relationship Type="http://schemas.openxmlformats.org/officeDocument/2006/relationships/image" Target="/ppt/media/image.png" Id="R275b575ce8fe4f4e" /></Relationships>
</file>

<file path=ppt/slideLayouts/_rels/slideLayout4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659c3cefd1164174" /><Relationship Type="http://schemas.openxmlformats.org/officeDocument/2006/relationships/image" Target="/ppt/media/image.png" Id="R37136d2f712b4723" /></Relationships>
</file>

<file path=ppt/slideLayouts/_rels/slideLayout4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e349234d3be54caf" /><Relationship Type="http://schemas.openxmlformats.org/officeDocument/2006/relationships/image" Target="/ppt/media/image.png" Id="Rcc78937b09bc4be4" /></Relationships>
</file>

<file path=ppt/slideLayouts/_rels/slideLayout46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0073c6c256304f12" /><Relationship Type="http://schemas.openxmlformats.org/officeDocument/2006/relationships/image" Target="/ppt/media/image.png" Id="R2b0d5350f9124435" /></Relationships>
</file>

<file path=ppt/slideLayouts/_rels/slideLayout47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de93391d35d54743" /><Relationship Type="http://schemas.openxmlformats.org/officeDocument/2006/relationships/image" Target="/ppt/media/image.png" Id="Refe9e8105f174a3c" /></Relationships>
</file>

<file path=ppt/slideLayouts/_rels/slideLayout48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5960ec3cf50744ad" /><Relationship Type="http://schemas.openxmlformats.org/officeDocument/2006/relationships/image" Target="/ppt/media/image.png" Id="R9c8622c8f113414a" /></Relationships>
</file>

<file path=ppt/slideLayouts/_rels/slideLayout49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c67b144c3f054f63" /><Relationship Type="http://schemas.openxmlformats.org/officeDocument/2006/relationships/image" Target="/ppt/media/image2.png" Id="Rc6de87522ba5494b" /></Relationships>
</file>

<file path=ppt/slideLayouts/_rels/slideLayout50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f4ec88f3845649e3" /><Relationship Type="http://schemas.openxmlformats.org/officeDocument/2006/relationships/image" Target="/ppt/media/image.png" Id="R5df56152dd2a4db9" /><Relationship Type="http://schemas.openxmlformats.org/officeDocument/2006/relationships/image" Target="/ppt/media/image2.png" Id="R54a4e913fc244191" /></Relationships>
</file>

<file path=ppt/slideLayouts/_rels/slideLayout51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8a7801a8312e44e3" /><Relationship Type="http://schemas.openxmlformats.org/officeDocument/2006/relationships/image" Target="/ppt/media/image.png" Id="R44f012068316458b" /></Relationships>
</file>

<file path=ppt/slideLayouts/_rels/slideLayout52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e02b5eb20652447b" /><Relationship Type="http://schemas.openxmlformats.org/officeDocument/2006/relationships/image" Target="/ppt/media/image.png" Id="R77fd281288e84498" /><Relationship Type="http://schemas.openxmlformats.org/officeDocument/2006/relationships/image" Target="/ppt/media/image2.png" Id="Rf1575490155c4428" /></Relationships>
</file>

<file path=ppt/slideLayouts/_rels/slideLayout53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a977f37226af4554" /><Relationship Type="http://schemas.openxmlformats.org/officeDocument/2006/relationships/image" Target="/ppt/media/image.png" Id="Rd95228ad43a44d53" /><Relationship Type="http://schemas.openxmlformats.org/officeDocument/2006/relationships/image" Target="/ppt/media/image3.png" Id="R27c93d0819c64bad" /></Relationships>
</file>

<file path=ppt/slideLayouts/_rels/slideLayout5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cb19a85072c44001" /><Relationship Type="http://schemas.openxmlformats.org/officeDocument/2006/relationships/image" Target="/ppt/media/image.png" Id="R818a82d0089c4c9d" /><Relationship Type="http://schemas.openxmlformats.org/officeDocument/2006/relationships/image" Target="/ppt/media/image2.png" Id="R852b77a8b6cb4984" /></Relationships>
</file>

<file path=ppt/slideLayouts/_rels/slideLayout5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9fa188ea810d4a78" /><Relationship Type="http://schemas.openxmlformats.org/officeDocument/2006/relationships/image" Target="/ppt/media/image2.png" Id="R33d353f787c84aa4" /></Relationships>
</file>

<file path=ppt/slideLayouts/_rels/slideLayout56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a593a4f88d3346b8" /><Relationship Type="http://schemas.openxmlformats.org/officeDocument/2006/relationships/image" Target="/ppt/media/image.png" Id="R78f0bb0325384ce5" /><Relationship Type="http://schemas.openxmlformats.org/officeDocument/2006/relationships/image" Target="/ppt/media/image3.png" Id="Re7ae323a046647db" /></Relationships>
</file>

<file path=ppt/slideLayouts/_rels/slideLayout57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0d92f9549b844e5e" /><Relationship Type="http://schemas.openxmlformats.org/officeDocument/2006/relationships/image" Target="/ppt/media/image.png" Id="Radf34bad407342e9" /><Relationship Type="http://schemas.openxmlformats.org/officeDocument/2006/relationships/image" Target="/ppt/media/image2.png" Id="R7f92c6a2614b4148" /></Relationships>
</file>

<file path=ppt/slideLayouts/_rels/slideLayout58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4d3f1bc62b2b4ab6" /><Relationship Type="http://schemas.openxmlformats.org/officeDocument/2006/relationships/image" Target="/ppt/media/image.png" Id="R05ffdceee8894aa7" /><Relationship Type="http://schemas.openxmlformats.org/officeDocument/2006/relationships/image" Target="/ppt/media/image2.png" Id="R5bcf2286583449fa" /></Relationships>
</file>

<file path=ppt/slideLayouts/_rels/slideLayout59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abae4872a9dd4623" /><Relationship Type="http://schemas.openxmlformats.org/officeDocument/2006/relationships/image" Target="/ppt/media/image.png" Id="R7cbb01ed344e40a5" /></Relationships>
</file>

<file path=ppt/slideLayouts/_rels/slideLayout60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cca0c65353f54a59" /><Relationship Type="http://schemas.openxmlformats.org/officeDocument/2006/relationships/image" Target="/ppt/media/image.png" Id="R70183e5235054200" /><Relationship Type="http://schemas.openxmlformats.org/officeDocument/2006/relationships/image" Target="/ppt/media/image3.png" Id="R04fac690e064406e" /></Relationships>
</file>

<file path=ppt/slideLayouts/_rels/slideLayout61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03ecab1ef9e84efe" /><Relationship Type="http://schemas.openxmlformats.org/officeDocument/2006/relationships/image" Target="/ppt/media/image.png" Id="R048517f4749e4954" /><Relationship Type="http://schemas.openxmlformats.org/officeDocument/2006/relationships/image" Target="/ppt/media/image2.png" Id="R83750ef4351b4032" /></Relationships>
</file>

<file path=ppt/slideLayouts/_rels/slideLayout62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d3d3e3c6b71f479a" /><Relationship Type="http://schemas.openxmlformats.org/officeDocument/2006/relationships/image" Target="/ppt/media/image.png" Id="Rf060a27630a44ed3" /></Relationships>
</file>

<file path=ppt/slideLayouts/_rels/slideLayout63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900faebe557744d4" /><Relationship Type="http://schemas.openxmlformats.org/officeDocument/2006/relationships/image" Target="/ppt/media/image.png" Id="R8e0ab846333e4537" /><Relationship Type="http://schemas.openxmlformats.org/officeDocument/2006/relationships/image" Target="/ppt/media/image2.png" Id="R8f8898a1ca974ca9" /></Relationships>
</file>

<file path=ppt/slideLayouts/_rels/slideLayout6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d480e7d90bf14bc0" /><Relationship Type="http://schemas.openxmlformats.org/officeDocument/2006/relationships/image" Target="/ppt/media/image.png" Id="Rf3598393981a4c75" /><Relationship Type="http://schemas.openxmlformats.org/officeDocument/2006/relationships/image" Target="/ppt/media/image3.png" Id="Reaf8209ea9a94fb1" /></Relationships>
</file>

<file path=ppt/slideLayouts/_rels/slideLayout6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f33193ba39d44995" /><Relationship Type="http://schemas.openxmlformats.org/officeDocument/2006/relationships/image" Target="/ppt/media/image.png" Id="R99032253841548f1" /><Relationship Type="http://schemas.openxmlformats.org/officeDocument/2006/relationships/image" Target="/ppt/media/image2.png" Id="R5c929155fd8048d6" /></Relationships>
</file>

<file path=ppt/slideLayouts/_rels/slideLayout66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e744af1f1dac493e" /><Relationship Type="http://schemas.openxmlformats.org/officeDocument/2006/relationships/image" Target="/ppt/media/image3.png" Id="R89007dc1a7bd471c" /></Relationships>
</file>

<file path=ppt/slideLayouts/_rels/slideLayout67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26eef1dc40ad4cd5" /></Relationships>
</file>

<file path=ppt/slideLayouts/_rels/slideLayout68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2dd15a3d0b714115" /><Relationship Type="http://schemas.openxmlformats.org/officeDocument/2006/relationships/image" Target="/ppt/media/image2.png" Id="Rda3d79dd69914629" /></Relationships>
</file>

<file path=ppt/slideLayouts/slideLayout1.xml><?xml version="1.0" encoding="utf-8"?>
<p:sldLayout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 Shape;10;p2">
            <a:extLst xmlns:a="http://schemas.openxmlformats.org/drawingml/2006/main">
              <a:ext uri="{FF2B5EF4-FFF2-40B4-BE49-F238E27FC236}">
                <a16:creationId xmlns:a16="http://schemas.microsoft.com/office/drawing/2014/main" id="{5F2837A6-BD8C-4E92-BF36-DBCBDA5B4A62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11708" y="744575"/>
            <a:ext cx="8520600" cy="205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 xmlns:a="http://schemas.openxmlformats.org/drawingml/2006/main"/>
        </p:txBody>
      </p:sp>
      <p:sp>
        <p:nvSpPr>
          <p:cNvPr id="11" name="Google Shape;11;p2">
            <a:extLst xmlns:a="http://schemas.openxmlformats.org/drawingml/2006/main">
              <a:ext uri="{FF2B5EF4-FFF2-40B4-BE49-F238E27FC236}">
                <a16:creationId xmlns:a16="http://schemas.microsoft.com/office/drawing/2014/main" id="{B4628A68-5600-4D4F-A007-3F628083C87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11700" y="2834125"/>
            <a:ext cx="8520600" cy="79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 xmlns:a="http://schemas.openxmlformats.org/drawingml/2006/main"/>
        </p:txBody>
      </p:sp>
      <p:sp>
        <p:nvSpPr>
          <p:cNvPr id="12" name="Google Shape;12;p2">
            <a:extLst xmlns:a="http://schemas.openxmlformats.org/drawingml/2006/main">
              <a:ext uri="{FF2B5EF4-FFF2-40B4-BE49-F238E27FC236}">
                <a16:creationId xmlns:a16="http://schemas.microsoft.com/office/drawing/2014/main" id="{4C8C662B-1C9B-4D66-8B53-0F632A63451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Section header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Google Shape;14;p3">
            <a:extLst xmlns:a="http://schemas.openxmlformats.org/drawingml/2006/main">
              <a:ext uri="{FF2B5EF4-FFF2-40B4-BE49-F238E27FC236}">
                <a16:creationId xmlns:a16="http://schemas.microsoft.com/office/drawing/2014/main" id="{14952049-8F02-417C-BFF4-EAFEB441F3F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2150850"/>
            <a:ext cx="8520600" cy="841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 xmlns:a="http://schemas.openxmlformats.org/drawingml/2006/main"/>
        </p:txBody>
      </p:sp>
      <p:sp>
        <p:nvSpPr>
          <p:cNvPr id="15" name="Google Shape;15;p3">
            <a:extLst xmlns:a="http://schemas.openxmlformats.org/drawingml/2006/main">
              <a:ext uri="{FF2B5EF4-FFF2-40B4-BE49-F238E27FC236}">
                <a16:creationId xmlns:a16="http://schemas.microsoft.com/office/drawing/2014/main" id="{67C61034-626F-42BD-AC05-24ABA5A2D33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Title and body">
  <p:cSld name="TITLE_AND_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oogle Shape;17;p4">
            <a:extLst xmlns:a="http://schemas.openxmlformats.org/drawingml/2006/main">
              <a:ext uri="{FF2B5EF4-FFF2-40B4-BE49-F238E27FC236}">
                <a16:creationId xmlns:a16="http://schemas.microsoft.com/office/drawing/2014/main" id="{11F33508-A502-4F8C-BB95-43F1E1FE39A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18" name="Google Shape;18;p4">
            <a:extLst xmlns:a="http://schemas.openxmlformats.org/drawingml/2006/main">
              <a:ext uri="{FF2B5EF4-FFF2-40B4-BE49-F238E27FC236}">
                <a16:creationId xmlns:a16="http://schemas.microsoft.com/office/drawing/2014/main" id="{B8028D89-4DF7-49F3-9A26-79C9686E946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19" name="Google Shape;19;p4">
            <a:extLst xmlns:a="http://schemas.openxmlformats.org/drawingml/2006/main">
              <a:ext uri="{FF2B5EF4-FFF2-40B4-BE49-F238E27FC236}">
                <a16:creationId xmlns:a16="http://schemas.microsoft.com/office/drawing/2014/main" id="{647D3544-1629-4359-B54E-1ABFD1593D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Title and two columns">
  <p:cSld name="TITLE_AND_TWO_COLUMN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Google Shape;21;p5">
            <a:extLst xmlns:a="http://schemas.openxmlformats.org/drawingml/2006/main">
              <a:ext uri="{FF2B5EF4-FFF2-40B4-BE49-F238E27FC236}">
                <a16:creationId xmlns:a16="http://schemas.microsoft.com/office/drawing/2014/main" id="{EC821106-F08A-4845-8108-30B5D97D0F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22" name="Google Shape;22;p5">
            <a:extLst xmlns:a="http://schemas.openxmlformats.org/drawingml/2006/main">
              <a:ext uri="{FF2B5EF4-FFF2-40B4-BE49-F238E27FC236}">
                <a16:creationId xmlns:a16="http://schemas.microsoft.com/office/drawing/2014/main" id="{B1F12B51-55BC-44A1-AF11-8FEDC05AC94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39999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23" name="Google Shape;23;p5">
            <a:extLst xmlns:a="http://schemas.openxmlformats.org/drawingml/2006/main">
              <a:ext uri="{FF2B5EF4-FFF2-40B4-BE49-F238E27FC236}">
                <a16:creationId xmlns:a16="http://schemas.microsoft.com/office/drawing/2014/main" id="{BDEA1496-0552-468A-84F6-A4A2B8F02E3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832400" y="1152475"/>
            <a:ext cx="39999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24" name="Google Shape;24;p5">
            <a:extLst xmlns:a="http://schemas.openxmlformats.org/drawingml/2006/main">
              <a:ext uri="{FF2B5EF4-FFF2-40B4-BE49-F238E27FC236}">
                <a16:creationId xmlns:a16="http://schemas.microsoft.com/office/drawing/2014/main" id="{43ACE7C4-7624-480E-BB21-7F19859854E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Title only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Google Shape;26;p6">
            <a:extLst xmlns:a="http://schemas.openxmlformats.org/drawingml/2006/main">
              <a:ext uri="{FF2B5EF4-FFF2-40B4-BE49-F238E27FC236}">
                <a16:creationId xmlns:a16="http://schemas.microsoft.com/office/drawing/2014/main" id="{5052583E-F12F-47CE-9F02-CD3976E250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27" name="Google Shape;27;p6">
            <a:extLst xmlns:a="http://schemas.openxmlformats.org/drawingml/2006/main">
              <a:ext uri="{FF2B5EF4-FFF2-40B4-BE49-F238E27FC236}">
                <a16:creationId xmlns:a16="http://schemas.microsoft.com/office/drawing/2014/main" id="{7C9ECD06-A6E8-48D5-BE69-116532C61D2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One column text">
  <p:cSld name="ONE_COLUM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Google Shape;29;p7">
            <a:extLst xmlns:a="http://schemas.openxmlformats.org/drawingml/2006/main">
              <a:ext uri="{FF2B5EF4-FFF2-40B4-BE49-F238E27FC236}">
                <a16:creationId xmlns:a16="http://schemas.microsoft.com/office/drawing/2014/main" id="{2B2A9D2A-0E49-4A9E-9E52-283EBC5FA18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555600"/>
            <a:ext cx="2808000" cy="755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 xmlns:a="http://schemas.openxmlformats.org/drawingml/2006/main"/>
        </p:txBody>
      </p:sp>
      <p:sp>
        <p:nvSpPr>
          <p:cNvPr id="30" name="Google Shape;30;p7">
            <a:extLst xmlns:a="http://schemas.openxmlformats.org/drawingml/2006/main">
              <a:ext uri="{FF2B5EF4-FFF2-40B4-BE49-F238E27FC236}">
                <a16:creationId xmlns:a16="http://schemas.microsoft.com/office/drawing/2014/main" id="{850BF7F3-E06C-4F7D-BCEF-4D216CC6F95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389600"/>
            <a:ext cx="2808000" cy="3179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31" name="Google Shape;31;p7">
            <a:extLst xmlns:a="http://schemas.openxmlformats.org/drawingml/2006/main">
              <a:ext uri="{FF2B5EF4-FFF2-40B4-BE49-F238E27FC236}">
                <a16:creationId xmlns:a16="http://schemas.microsoft.com/office/drawing/2014/main" id="{566971E5-D69F-4AD5-8431-884BF60540D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Main point">
  <p:cSld name="MAIN_POI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Google Shape;33;p8">
            <a:extLst xmlns:a="http://schemas.openxmlformats.org/drawingml/2006/main">
              <a:ext uri="{FF2B5EF4-FFF2-40B4-BE49-F238E27FC236}">
                <a16:creationId xmlns:a16="http://schemas.microsoft.com/office/drawing/2014/main" id="{4C6381DF-E2EA-4728-87D4-D82351AA0B3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90250" y="450150"/>
            <a:ext cx="6367800" cy="409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 xmlns:a="http://schemas.openxmlformats.org/drawingml/2006/main"/>
        </p:txBody>
      </p:sp>
      <p:sp>
        <p:nvSpPr>
          <p:cNvPr id="34" name="Google Shape;34;p8">
            <a:extLst xmlns:a="http://schemas.openxmlformats.org/drawingml/2006/main">
              <a:ext uri="{FF2B5EF4-FFF2-40B4-BE49-F238E27FC236}">
                <a16:creationId xmlns:a16="http://schemas.microsoft.com/office/drawing/2014/main" id="{F5B31137-9646-46CB-A8D5-8B318CC9210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Section title and description">
  <p:cSld name="SECTION_TITLE_AND_DESCRI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Google Shape;36;p9">
            <a:extLst xmlns:a="http://schemas.openxmlformats.org/drawingml/2006/main">
              <a:ext uri="{FF2B5EF4-FFF2-40B4-BE49-F238E27FC236}">
                <a16:creationId xmlns:a16="http://schemas.microsoft.com/office/drawing/2014/main" id="{79997A52-EBBC-4FFD-A79B-EAADCC4C8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-125"/>
            <a:ext cx="4572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>
            <a:extLst xmlns:a="http://schemas.openxmlformats.org/drawingml/2006/main">
              <a:ext uri="{FF2B5EF4-FFF2-40B4-BE49-F238E27FC236}">
                <a16:creationId xmlns:a16="http://schemas.microsoft.com/office/drawing/2014/main" id="{4D87AF82-3C6F-4425-A316-E5890647B7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65500" y="1233175"/>
            <a:ext cx="4045200" cy="1482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 xmlns:a="http://schemas.openxmlformats.org/drawingml/2006/main"/>
        </p:txBody>
      </p:sp>
      <p:sp>
        <p:nvSpPr>
          <p:cNvPr id="38" name="Google Shape;38;p9">
            <a:extLst xmlns:a="http://schemas.openxmlformats.org/drawingml/2006/main">
              <a:ext uri="{FF2B5EF4-FFF2-40B4-BE49-F238E27FC236}">
                <a16:creationId xmlns:a16="http://schemas.microsoft.com/office/drawing/2014/main" id="{9996FA36-0D1D-498A-B1BC-D3D269F5E76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65500" y="2803075"/>
            <a:ext cx="4045200" cy="123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 xmlns:a="http://schemas.openxmlformats.org/drawingml/2006/main"/>
        </p:txBody>
      </p:sp>
      <p:sp>
        <p:nvSpPr>
          <p:cNvPr id="39" name="Google Shape;39;p9">
            <a:extLst xmlns:a="http://schemas.openxmlformats.org/drawingml/2006/main">
              <a:ext uri="{FF2B5EF4-FFF2-40B4-BE49-F238E27FC236}">
                <a16:creationId xmlns:a16="http://schemas.microsoft.com/office/drawing/2014/main" id="{17B210DC-D3AB-40EE-8D52-FB513BC91CE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939500" y="724075"/>
            <a:ext cx="3837000" cy="369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45720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40" name="Google Shape;40;p9">
            <a:extLst xmlns:a="http://schemas.openxmlformats.org/drawingml/2006/main">
              <a:ext uri="{FF2B5EF4-FFF2-40B4-BE49-F238E27FC236}">
                <a16:creationId xmlns:a16="http://schemas.microsoft.com/office/drawing/2014/main" id="{7F7F0B16-CAF7-4829-A1EA-48B02BF29D8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Caption">
  <p:cSld name="CAPTION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Google Shape;42;p10">
            <a:extLst xmlns:a="http://schemas.openxmlformats.org/drawingml/2006/main">
              <a:ext uri="{FF2B5EF4-FFF2-40B4-BE49-F238E27FC236}">
                <a16:creationId xmlns:a16="http://schemas.microsoft.com/office/drawing/2014/main" id="{2B18008F-AFD2-48F3-8183-EA93FE42DC9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4230575"/>
            <a:ext cx="5998800" cy="60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45720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 xmlns:a="http://schemas.openxmlformats.org/drawingml/2006/main"/>
        </p:txBody>
      </p:sp>
      <p:sp>
        <p:nvSpPr>
          <p:cNvPr id="43" name="Google Shape;43;p10">
            <a:extLst xmlns:a="http://schemas.openxmlformats.org/drawingml/2006/main">
              <a:ext uri="{FF2B5EF4-FFF2-40B4-BE49-F238E27FC236}">
                <a16:creationId xmlns:a16="http://schemas.microsoft.com/office/drawing/2014/main" id="{4D4CA79B-53A2-4E8E-8118-5CAD02C8369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Big number">
  <p:cSld name="BIG_NUMB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Google Shape;45;p11">
            <a:extLst xmlns:a="http://schemas.openxmlformats.org/drawingml/2006/main">
              <a:ext uri="{FF2B5EF4-FFF2-40B4-BE49-F238E27FC236}">
                <a16:creationId xmlns:a16="http://schemas.microsoft.com/office/drawing/2014/main" id="{36AC3658-B891-40B6-92F0-2CFE24EA24CE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11700" y="1106125"/>
            <a:ext cx="8520600" cy="196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46" name="Google Shape;46;p11">
            <a:extLst xmlns:a="http://schemas.openxmlformats.org/drawingml/2006/main">
              <a:ext uri="{FF2B5EF4-FFF2-40B4-BE49-F238E27FC236}">
                <a16:creationId xmlns:a16="http://schemas.microsoft.com/office/drawing/2014/main" id="{88494ACC-2F9C-4CFA-9872-BB2A75A93F8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3152225"/>
            <a:ext cx="8520600" cy="130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47" name="Google Shape;47;p11">
            <a:extLst xmlns:a="http://schemas.openxmlformats.org/drawingml/2006/main">
              <a:ext uri="{FF2B5EF4-FFF2-40B4-BE49-F238E27FC236}">
                <a16:creationId xmlns:a16="http://schemas.microsoft.com/office/drawing/2014/main" id="{A08F707F-0DD2-4708-98AF-2FB1635B512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Google Shape;49;p12">
            <a:extLst xmlns:a="http://schemas.openxmlformats.org/drawingml/2006/main">
              <a:ext uri="{FF2B5EF4-FFF2-40B4-BE49-F238E27FC236}">
                <a16:creationId xmlns:a16="http://schemas.microsoft.com/office/drawing/2014/main" id="{0AAB5D84-E3C7-4AD7-8CA5-C8E7DB9E95E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matchingName="Title slide" type="title">
  <p:cSld name="TITLE">
    <p:bg>
      <p:bgPr>
        <a:gradFill xmlns:a="http://schemas.openxmlformats.org/drawingml/2006/main">
          <a:gsLst>
            <a:gs pos="0">
              <a:schemeClr val="dk1"/>
            </a:gs>
            <a:gs pos="100000">
              <a:schemeClr val="dk2"/>
            </a:gs>
          </a:gsLst>
          <a:lin ang="2700006" scaled="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0" name="Google Shape;54;p1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849e7624cd040a6">
            <a:alphaModFix amt="50000"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-2574225" y="-2988975"/>
            <a:ext cx="7152926" cy="715292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55" name="Google Shape;55;p14">
            <a:extLst xmlns:a="http://schemas.openxmlformats.org/drawingml/2006/main">
              <a:ext uri="{FF2B5EF4-FFF2-40B4-BE49-F238E27FC236}">
                <a16:creationId xmlns:a16="http://schemas.microsoft.com/office/drawing/2014/main" id="{D393A4EA-3773-4228-8321-D11A6F11F7CE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99975" y="1740025"/>
            <a:ext cx="4040100" cy="139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sp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Inter Tight"/>
              <a:buNone/>
              <a:defRPr sz="4000" b="1">
                <a:solidFill>
                  <a:schemeClr val="lt2"/>
                </a:solidFill>
                <a:latin typeface="Inter Tight"/>
                <a:ea typeface="Inter Tight"/>
                <a:cs typeface="Inter Tight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000"/>
              <a:buFont typeface="Inter Tight"/>
              <a:buNone/>
              <a:defRPr sz="4000" b="1">
                <a:solidFill>
                  <a:srgbClr val="191919"/>
                </a:solidFill>
                <a:latin typeface="Inter Tight"/>
                <a:ea typeface="Inter Tight"/>
                <a:cs typeface="Inter Tight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000"/>
              <a:buFont typeface="Inter Tight"/>
              <a:buNone/>
              <a:defRPr sz="4000" b="1">
                <a:solidFill>
                  <a:srgbClr val="191919"/>
                </a:solidFill>
                <a:latin typeface="Inter Tight"/>
                <a:ea typeface="Inter Tight"/>
                <a:cs typeface="Inter Tight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000"/>
              <a:buFont typeface="Inter Tight"/>
              <a:buNone/>
              <a:defRPr sz="4000" b="1">
                <a:solidFill>
                  <a:srgbClr val="191919"/>
                </a:solidFill>
                <a:latin typeface="Inter Tight"/>
                <a:ea typeface="Inter Tight"/>
                <a:cs typeface="Inter Tight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000"/>
              <a:buFont typeface="Inter Tight"/>
              <a:buNone/>
              <a:defRPr sz="4000" b="1">
                <a:solidFill>
                  <a:srgbClr val="191919"/>
                </a:solidFill>
                <a:latin typeface="Inter Tight"/>
                <a:ea typeface="Inter Tight"/>
                <a:cs typeface="Inter Tight"/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000"/>
              <a:buFont typeface="Inter Tight"/>
              <a:buNone/>
              <a:defRPr sz="4000" b="1">
                <a:solidFill>
                  <a:srgbClr val="191919"/>
                </a:solidFill>
                <a:latin typeface="Inter Tight"/>
                <a:ea typeface="Inter Tight"/>
                <a:cs typeface="Inter Tight"/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000"/>
              <a:buFont typeface="Inter Tight"/>
              <a:buNone/>
              <a:defRPr sz="4000" b="1">
                <a:solidFill>
                  <a:srgbClr val="191919"/>
                </a:solidFill>
                <a:latin typeface="Inter Tight"/>
                <a:ea typeface="Inter Tight"/>
                <a:cs typeface="Inter Tight"/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000"/>
              <a:buFont typeface="Inter Tight"/>
              <a:buNone/>
              <a:defRPr sz="4000" b="1">
                <a:solidFill>
                  <a:srgbClr val="191919"/>
                </a:solidFill>
                <a:latin typeface="Inter Tight"/>
                <a:ea typeface="Inter Tight"/>
                <a:cs typeface="Inter Tight"/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000"/>
              <a:buFont typeface="Inter Tight"/>
              <a:buNone/>
              <a:defRPr sz="4000" b="1">
                <a:solidFill>
                  <a:srgbClr val="191919"/>
                </a:solidFill>
                <a:latin typeface="Inter Tight"/>
                <a:ea typeface="Inter Tight"/>
                <a:cs typeface="Inter Tight"/>
              </a:defRPr>
            </a:lvl9pPr>
          </a:lstStyle>
          <a:p xmlns:a="http://schemas.openxmlformats.org/drawingml/2006/main"/>
        </p:txBody>
      </p:sp>
      <p:sp>
        <p:nvSpPr>
          <p:cNvPr id="56" name="Google Shape;56;p14">
            <a:extLst xmlns:a="http://schemas.openxmlformats.org/drawingml/2006/main">
              <a:ext uri="{FF2B5EF4-FFF2-40B4-BE49-F238E27FC236}">
                <a16:creationId xmlns:a16="http://schemas.microsoft.com/office/drawing/2014/main" id="{2FB5F5E6-5967-4689-9D9E-DACE685D194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99972" y="3208850"/>
            <a:ext cx="4040100" cy="47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 xmlns:a="http://schemas.openxmlformats.org/drawingml/2006/main"/>
        </p:txBody>
      </p:sp>
      <p:sp>
        <p:nvSpPr>
          <p:cNvPr id="57" name="Google Shape;57;p14">
            <a:extLst xmlns:a="http://schemas.openxmlformats.org/drawingml/2006/main">
              <a:ext uri="{FF2B5EF4-FFF2-40B4-BE49-F238E27FC236}">
                <a16:creationId xmlns:a16="http://schemas.microsoft.com/office/drawing/2014/main" id="{E656A8FA-BF9C-4860-9135-55BAA32F5975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5222875" y="752700"/>
            <a:ext cx="3288300" cy="3638100"/>
          </a:xfrm>
          <a:prstGeom xmlns:a="http://schemas.openxmlformats.org/drawingml/2006/main" prst="round1Rect">
            <a:avLst>
              <a:gd name="adj" fmla="val 19383"/>
            </a:avLst>
          </a:prstGeom>
          <a:noFill xmlns:a="http://schemas.openxmlformats.org/drawingml/2006/main"/>
          <a:ln xmlns:a="http://schemas.openxmlformats.org/drawingml/2006/main" w="952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</p:sp>
      <p:pic>
        <p:nvPicPr>
          <p:cNvPr id="64" name="Google Shape;58;p1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7d4b20da02b40b6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99975" y="1458850"/>
            <a:ext cx="1149450" cy="2811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13.xml><?xml version="1.0" encoding="utf-8"?>
<p:sldLayout xmlns:p="http://schemas.openxmlformats.org/presentationml/2006/main" matchingName="Title only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5" name="Google Shape;60;p1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a11f1f19c1c4419">
            <a:alphaModFix amt="50000"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36075" y="-4291450"/>
            <a:ext cx="15557900" cy="13181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66" name="Google Shape;61;p1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769b03e12d74a96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462725" y="474600"/>
            <a:ext cx="1149450" cy="2811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62" name="Google Shape;62;p15">
            <a:extLst xmlns:a="http://schemas.openxmlformats.org/drawingml/2006/main">
              <a:ext uri="{FF2B5EF4-FFF2-40B4-BE49-F238E27FC236}">
                <a16:creationId xmlns:a16="http://schemas.microsoft.com/office/drawing/2014/main" id="{E502349F-905C-4E66-AB0F-70069658A31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924100" y="1876200"/>
            <a:ext cx="4040100" cy="139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sp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300"/>
              <a:buFont typeface="Inter Tight"/>
              <a:buNone/>
              <a:defRPr sz="4300" b="1">
                <a:solidFill>
                  <a:schemeClr val="lt2"/>
                </a:solidFill>
                <a:latin typeface="Inter Tight"/>
                <a:ea typeface="Inter Tight"/>
                <a:cs typeface="Inter Tight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300"/>
              <a:buFont typeface="Inter Tight"/>
              <a:buNone/>
              <a:defRPr sz="4300" b="1">
                <a:solidFill>
                  <a:srgbClr val="191919"/>
                </a:solidFill>
                <a:latin typeface="Inter Tight"/>
                <a:ea typeface="Inter Tight"/>
                <a:cs typeface="Inter Tight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300"/>
              <a:buFont typeface="Inter Tight"/>
              <a:buNone/>
              <a:defRPr sz="4300" b="1">
                <a:solidFill>
                  <a:srgbClr val="191919"/>
                </a:solidFill>
                <a:latin typeface="Inter Tight"/>
                <a:ea typeface="Inter Tight"/>
                <a:cs typeface="Inter Tight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300"/>
              <a:buFont typeface="Inter Tight"/>
              <a:buNone/>
              <a:defRPr sz="4300" b="1">
                <a:solidFill>
                  <a:srgbClr val="191919"/>
                </a:solidFill>
                <a:latin typeface="Inter Tight"/>
                <a:ea typeface="Inter Tight"/>
                <a:cs typeface="Inter Tight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300"/>
              <a:buFont typeface="Inter Tight"/>
              <a:buNone/>
              <a:defRPr sz="4300" b="1">
                <a:solidFill>
                  <a:srgbClr val="191919"/>
                </a:solidFill>
                <a:latin typeface="Inter Tight"/>
                <a:ea typeface="Inter Tight"/>
                <a:cs typeface="Inter Tight"/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300"/>
              <a:buFont typeface="Inter Tight"/>
              <a:buNone/>
              <a:defRPr sz="4300" b="1">
                <a:solidFill>
                  <a:srgbClr val="191919"/>
                </a:solidFill>
                <a:latin typeface="Inter Tight"/>
                <a:ea typeface="Inter Tight"/>
                <a:cs typeface="Inter Tight"/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300"/>
              <a:buFont typeface="Inter Tight"/>
              <a:buNone/>
              <a:defRPr sz="4300" b="1">
                <a:solidFill>
                  <a:srgbClr val="191919"/>
                </a:solidFill>
                <a:latin typeface="Inter Tight"/>
                <a:ea typeface="Inter Tight"/>
                <a:cs typeface="Inter Tight"/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300"/>
              <a:buFont typeface="Inter Tight"/>
              <a:buNone/>
              <a:defRPr sz="4300" b="1">
                <a:solidFill>
                  <a:srgbClr val="191919"/>
                </a:solidFill>
                <a:latin typeface="Inter Tight"/>
                <a:ea typeface="Inter Tight"/>
                <a:cs typeface="Inter Tight"/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300"/>
              <a:buFont typeface="Inter Tight"/>
              <a:buNone/>
              <a:defRPr sz="4300" b="1">
                <a:solidFill>
                  <a:srgbClr val="191919"/>
                </a:solidFill>
                <a:latin typeface="Inter Tight"/>
                <a:ea typeface="Inter Tight"/>
                <a:cs typeface="Inter Tigh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14.xml><?xml version="1.0" encoding="utf-8"?>
<p:sldLayout xmlns:p="http://schemas.openxmlformats.org/presentationml/2006/main" matchingName="Section header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1" name="Google Shape;64;p1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99ac338894a40c2">
            <a:alphaModFix amt="50000"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-1029670" y="1361950"/>
            <a:ext cx="10330200" cy="715292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65" name="Google Shape;65;p16">
            <a:extLst xmlns:a="http://schemas.openxmlformats.org/drawingml/2006/main">
              <a:ext uri="{FF2B5EF4-FFF2-40B4-BE49-F238E27FC236}">
                <a16:creationId xmlns:a16="http://schemas.microsoft.com/office/drawing/2014/main" id="{D7339EF3-5EA7-4CBB-B5CC-5B51041953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177075" y="2342621"/>
            <a:ext cx="4253700" cy="126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sp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 xmlns:a="http://schemas.openxmlformats.org/drawingml/2006/main"/>
        </p:txBody>
      </p:sp>
      <p:sp>
        <p:nvSpPr>
          <p:cNvPr id="66" name="Google Shape;66;p16">
            <a:extLst xmlns:a="http://schemas.openxmlformats.org/drawingml/2006/main">
              <a:ext uri="{FF2B5EF4-FFF2-40B4-BE49-F238E27FC236}">
                <a16:creationId xmlns:a16="http://schemas.microsoft.com/office/drawing/2014/main" id="{9AB90397-2C32-4584-AA7B-5530852E3B20}"/>
              </a:ext>
            </a:extLst>
          </p:cNvPr>
          <p:cNvSpPr>
            <a:spLocks xmlns:a="http://schemas.openxmlformats.org/drawingml/2006/main" noGrp="1"/>
          </p:cNvSpPr>
          <p:nvPr>
            <p:ph type="title" idx="2"/>
          </p:nvPr>
        </p:nvSpPr>
        <p:spPr>
          <a:xfrm xmlns:a="http://schemas.openxmlformats.org/drawingml/2006/main">
            <a:off x="4177075" y="1163488"/>
            <a:ext cx="1652100" cy="87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 Tight"/>
              <a:buNone/>
              <a:defRPr sz="6000" b="1">
                <a:latin typeface="Inter Tight"/>
                <a:ea typeface="Inter Tight"/>
                <a:cs typeface="Inter Tight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 Tight"/>
              <a:buNone/>
              <a:defRPr sz="6000" b="1">
                <a:solidFill>
                  <a:schemeClr val="lt1"/>
                </a:solidFill>
                <a:latin typeface="Inter Tight"/>
                <a:ea typeface="Inter Tight"/>
                <a:cs typeface="Inter Tight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 Tight"/>
              <a:buNone/>
              <a:defRPr sz="6000" b="1">
                <a:solidFill>
                  <a:schemeClr val="lt1"/>
                </a:solidFill>
                <a:latin typeface="Inter Tight"/>
                <a:ea typeface="Inter Tight"/>
                <a:cs typeface="Inter Tight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 Tight"/>
              <a:buNone/>
              <a:defRPr sz="6000" b="1">
                <a:solidFill>
                  <a:schemeClr val="lt1"/>
                </a:solidFill>
                <a:latin typeface="Inter Tight"/>
                <a:ea typeface="Inter Tight"/>
                <a:cs typeface="Inter Tight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 Tight"/>
              <a:buNone/>
              <a:defRPr sz="6000" b="1">
                <a:solidFill>
                  <a:schemeClr val="lt1"/>
                </a:solidFill>
                <a:latin typeface="Inter Tight"/>
                <a:ea typeface="Inter Tight"/>
                <a:cs typeface="Inter Tight"/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 Tight"/>
              <a:buNone/>
              <a:defRPr sz="6000" b="1">
                <a:solidFill>
                  <a:schemeClr val="lt1"/>
                </a:solidFill>
                <a:latin typeface="Inter Tight"/>
                <a:ea typeface="Inter Tight"/>
                <a:cs typeface="Inter Tight"/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 Tight"/>
              <a:buNone/>
              <a:defRPr sz="6000" b="1">
                <a:solidFill>
                  <a:schemeClr val="lt1"/>
                </a:solidFill>
                <a:latin typeface="Inter Tight"/>
                <a:ea typeface="Inter Tight"/>
                <a:cs typeface="Inter Tight"/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 Tight"/>
              <a:buNone/>
              <a:defRPr sz="6000" b="1">
                <a:solidFill>
                  <a:schemeClr val="lt1"/>
                </a:solidFill>
                <a:latin typeface="Inter Tight"/>
                <a:ea typeface="Inter Tight"/>
                <a:cs typeface="Inter Tight"/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 Tight"/>
              <a:buNone/>
              <a:defRPr sz="6000" b="1">
                <a:solidFill>
                  <a:schemeClr val="lt1"/>
                </a:solidFill>
                <a:latin typeface="Inter Tight"/>
                <a:ea typeface="Inter Tight"/>
                <a:cs typeface="Inter Tight"/>
              </a:defRPr>
            </a:lvl9pPr>
          </a:lstStyle>
          <a:p xmlns:a="http://schemas.openxmlformats.org/drawingml/2006/main"/>
        </p:txBody>
      </p:sp>
      <p:sp>
        <p:nvSpPr>
          <p:cNvPr id="67" name="Google Shape;67;p16">
            <a:extLst xmlns:a="http://schemas.openxmlformats.org/drawingml/2006/main">
              <a:ext uri="{FF2B5EF4-FFF2-40B4-BE49-F238E27FC236}">
                <a16:creationId xmlns:a16="http://schemas.microsoft.com/office/drawing/2014/main" id="{BD06ED13-53E0-4743-906B-6F05DAB0661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177075" y="3605000"/>
            <a:ext cx="4253700" cy="37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68" name="Google Shape;68;p16">
            <a:extLst xmlns:a="http://schemas.openxmlformats.org/drawingml/2006/main">
              <a:ext uri="{FF2B5EF4-FFF2-40B4-BE49-F238E27FC236}">
                <a16:creationId xmlns:a16="http://schemas.microsoft.com/office/drawing/2014/main" id="{EF49F54B-EC28-490A-A8BD-12731C846425}"/>
              </a:ext>
            </a:extLst>
          </p:cNvPr>
          <p:cNvSpPr>
            <a:spLocks xmlns:a="http://schemas.openxmlformats.org/drawingml/2006/main" noGrp="1"/>
          </p:cNvSpPr>
          <p:nvPr>
            <p:ph type="pic" idx="3"/>
          </p:nvPr>
        </p:nvSpPr>
        <p:spPr>
          <a:xfrm xmlns:a="http://schemas.openxmlformats.org/drawingml/2006/main">
            <a:off x="572450" y="752700"/>
            <a:ext cx="3288300" cy="3638100"/>
          </a:xfrm>
          <a:prstGeom xmlns:a="http://schemas.openxmlformats.org/drawingml/2006/main" prst="round1Rect">
            <a:avLst>
              <a:gd name="adj" fmla="val 19383"/>
            </a:avLst>
          </a:prstGeom>
          <a:noFill xmlns:a="http://schemas.openxmlformats.org/drawingml/2006/main"/>
          <a:ln xmlns:a="http://schemas.openxmlformats.org/drawingml/2006/main" w="952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</p:sp>
      <p:pic>
        <p:nvPicPr>
          <p:cNvPr id="76" name="Google Shape;69;p1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661da82131c4e4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462725" y="474600"/>
            <a:ext cx="1149450" cy="2811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15.xml><?xml version="1.0" encoding="utf-8"?>
<p:sldLayout xmlns:p="http://schemas.openxmlformats.org/presentationml/2006/main" matchingName="Title and body">
  <p:cSld name="TITLE_AND_BODY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6" name="Google Shape;71;p1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874e2681d7f4e70">
            <a:alphaModFix amt="50000"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693024" y="3"/>
            <a:ext cx="12899150" cy="89317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72" name="Google Shape;72;p17">
            <a:extLst xmlns:a="http://schemas.openxmlformats.org/drawingml/2006/main">
              <a:ext uri="{FF2B5EF4-FFF2-40B4-BE49-F238E27FC236}">
                <a16:creationId xmlns:a16="http://schemas.microsoft.com/office/drawing/2014/main" id="{DD3F579B-7D0D-448C-B637-B7CA0FA3BCA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00" y="445025"/>
            <a:ext cx="77040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Inter Tight SemiBold"/>
              <a:buNone/>
              <a:defRPr sz="3300">
                <a:solidFill>
                  <a:schemeClr val="lt2"/>
                </a:solidFill>
                <a:latin typeface="Inter Tight SemiBold"/>
                <a:ea typeface="Inter Tight SemiBold"/>
                <a:cs typeface="Inter Tight SemiBold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 SemiBold"/>
              <a:buNone/>
              <a:defRPr>
                <a:solidFill>
                  <a:schemeClr val="lt2"/>
                </a:solidFill>
                <a:latin typeface="Inter Tight SemiBold"/>
                <a:ea typeface="Inter Tight SemiBold"/>
                <a:cs typeface="Inter Tight SemiBold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 SemiBold"/>
              <a:buNone/>
              <a:defRPr>
                <a:solidFill>
                  <a:schemeClr val="lt2"/>
                </a:solidFill>
                <a:latin typeface="Inter Tight SemiBold"/>
                <a:ea typeface="Inter Tight SemiBold"/>
                <a:cs typeface="Inter Tight SemiBold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 SemiBold"/>
              <a:buNone/>
              <a:defRPr>
                <a:solidFill>
                  <a:schemeClr val="lt2"/>
                </a:solidFill>
                <a:latin typeface="Inter Tight SemiBold"/>
                <a:ea typeface="Inter Tight SemiBold"/>
                <a:cs typeface="Inter Tight SemiBold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 SemiBold"/>
              <a:buNone/>
              <a:defRPr>
                <a:solidFill>
                  <a:schemeClr val="lt2"/>
                </a:solidFill>
                <a:latin typeface="Inter Tight SemiBold"/>
                <a:ea typeface="Inter Tight SemiBold"/>
                <a:cs typeface="Inter Tight SemiBold"/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 SemiBold"/>
              <a:buNone/>
              <a:defRPr>
                <a:solidFill>
                  <a:schemeClr val="lt2"/>
                </a:solidFill>
                <a:latin typeface="Inter Tight SemiBold"/>
                <a:ea typeface="Inter Tight SemiBold"/>
                <a:cs typeface="Inter Tight SemiBold"/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 SemiBold"/>
              <a:buNone/>
              <a:defRPr>
                <a:solidFill>
                  <a:schemeClr val="lt2"/>
                </a:solidFill>
                <a:latin typeface="Inter Tight SemiBold"/>
                <a:ea typeface="Inter Tight SemiBold"/>
                <a:cs typeface="Inter Tight SemiBold"/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 SemiBold"/>
              <a:buNone/>
              <a:defRPr>
                <a:solidFill>
                  <a:schemeClr val="lt2"/>
                </a:solidFill>
                <a:latin typeface="Inter Tight SemiBold"/>
                <a:ea typeface="Inter Tight SemiBold"/>
                <a:cs typeface="Inter Tight SemiBold"/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 SemiBold"/>
              <a:buNone/>
              <a:defRPr>
                <a:solidFill>
                  <a:schemeClr val="lt2"/>
                </a:solidFill>
                <a:latin typeface="Inter Tight SemiBold"/>
                <a:ea typeface="Inter Tight SemiBold"/>
                <a:cs typeface="Inter Tight SemiBold"/>
              </a:defRPr>
            </a:lvl9pPr>
          </a:lstStyle>
          <a:p xmlns:a="http://schemas.openxmlformats.org/drawingml/2006/main"/>
        </p:txBody>
      </p:sp>
      <p:sp>
        <p:nvSpPr>
          <p:cNvPr id="73" name="Google Shape;73;p17">
            <a:extLst xmlns:a="http://schemas.openxmlformats.org/drawingml/2006/main">
              <a:ext uri="{FF2B5EF4-FFF2-40B4-BE49-F238E27FC236}">
                <a16:creationId xmlns:a16="http://schemas.microsoft.com/office/drawing/2014/main" id="{5832BB7C-A9A8-467D-9FAD-7197F8CB317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0000" y="1215750"/>
            <a:ext cx="7704000" cy="338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Tight Light"/>
              <a:buChar char="●"/>
              <a:defRPr>
                <a:solidFill>
                  <a:schemeClr val="lt2"/>
                </a:solidFill>
              </a:defRPr>
            </a:lvl1pPr>
            <a:lvl2pPr marL="914400" indent="-3175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Tight Light"/>
              <a:buChar char="○"/>
              <a:defRPr>
                <a:solidFill>
                  <a:schemeClr val="lt2"/>
                </a:solidFill>
              </a:defRPr>
            </a:lvl2pPr>
            <a:lvl3pPr marL="1371600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Tight Light"/>
              <a:buChar char="■"/>
              <a:defRPr>
                <a:solidFill>
                  <a:schemeClr val="lt2"/>
                </a:solidFill>
              </a:defRPr>
            </a:lvl3pPr>
            <a:lvl4pPr marL="1828800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Tight Light"/>
              <a:buChar char="●"/>
              <a:defRPr>
                <a:solidFill>
                  <a:schemeClr val="lt2"/>
                </a:solidFill>
              </a:defRPr>
            </a:lvl4pPr>
            <a:lvl5pPr marL="2286000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Tight Light"/>
              <a:buChar char="○"/>
              <a:defRPr>
                <a:solidFill>
                  <a:schemeClr val="lt2"/>
                </a:solidFill>
              </a:defRPr>
            </a:lvl5pPr>
            <a:lvl6pPr marL="2743200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Tight Light"/>
              <a:buChar char="■"/>
              <a:defRPr>
                <a:solidFill>
                  <a:schemeClr val="lt2"/>
                </a:solidFill>
              </a:defRPr>
            </a:lvl6pPr>
            <a:lvl7pPr marL="3200400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Tight Light"/>
              <a:buChar char="●"/>
              <a:defRPr>
                <a:solidFill>
                  <a:schemeClr val="lt2"/>
                </a:solidFill>
              </a:defRPr>
            </a:lvl7pPr>
            <a:lvl8pPr marL="3657600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Tight Light"/>
              <a:buChar char="○"/>
              <a:defRPr>
                <a:solidFill>
                  <a:schemeClr val="lt2"/>
                </a:solidFill>
              </a:defRPr>
            </a:lvl8pPr>
            <a:lvl9pPr marL="4114800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Tight Light"/>
              <a:buChar char="■"/>
              <a:defRPr>
                <a:solidFill>
                  <a:schemeClr val="lt2"/>
                </a:solidFill>
              </a:defRPr>
            </a:lvl9pPr>
          </a:lstStyle>
          <a:p xmlns:a="http://schemas.openxmlformats.org/drawingml/2006/main"/>
        </p:txBody>
      </p:sp>
      <p:pic>
        <p:nvPicPr>
          <p:cNvPr id="79" name="Google Shape;74;p1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01e3ae3e6de4166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462725" y="474600"/>
            <a:ext cx="1149450" cy="2811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16.xml><?xml version="1.0" encoding="utf-8"?>
<p:sldLayout xmlns:p="http://schemas.openxmlformats.org/presentationml/2006/main" matchingName="Title and two columns">
  <p:cSld name="TITLE_AND_TWO_COLUMNS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4" name="Google Shape;76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9b6f33927254e0c">
            <a:alphaModFix amt="50000"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-4286976" y="-3850685"/>
            <a:ext cx="12899150" cy="89317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77" name="Google Shape;77;p18">
            <a:extLst xmlns:a="http://schemas.openxmlformats.org/drawingml/2006/main">
              <a:ext uri="{FF2B5EF4-FFF2-40B4-BE49-F238E27FC236}">
                <a16:creationId xmlns:a16="http://schemas.microsoft.com/office/drawing/2014/main" id="{06CB1456-F4C8-4B5B-B5F9-9A0BA7E13E6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37527" y="3743325"/>
            <a:ext cx="2807700" cy="63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sz="1100">
                <a:solidFill>
                  <a:schemeClr val="accent1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sz="1100">
                <a:solidFill>
                  <a:schemeClr val="accent1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sz="1100">
                <a:solidFill>
                  <a:schemeClr val="accent1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sz="1100">
                <a:solidFill>
                  <a:schemeClr val="accent1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sz="1100">
                <a:solidFill>
                  <a:schemeClr val="accent1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sz="1100">
                <a:solidFill>
                  <a:schemeClr val="accent1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sz="1100">
                <a:solidFill>
                  <a:schemeClr val="accent1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sz="1100">
                <a:solidFill>
                  <a:schemeClr val="accent1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sz="1100">
                <a:solidFill>
                  <a:schemeClr val="accent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78" name="Google Shape;78;p18">
            <a:extLst xmlns:a="http://schemas.openxmlformats.org/drawingml/2006/main">
              <a:ext uri="{FF2B5EF4-FFF2-40B4-BE49-F238E27FC236}">
                <a16:creationId xmlns:a16="http://schemas.microsoft.com/office/drawing/2014/main" id="{080E46B8-9468-41B6-AB62-AD3FB7B441A6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1688575" y="3042700"/>
            <a:ext cx="2505600" cy="7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sp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 b="1">
                <a:solidFill>
                  <a:schemeClr val="lt2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 b="1">
                <a:solidFill>
                  <a:schemeClr val="lt2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 b="1">
                <a:solidFill>
                  <a:schemeClr val="lt2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 b="1">
                <a:solidFill>
                  <a:schemeClr val="lt2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 b="1">
                <a:solidFill>
                  <a:schemeClr val="lt2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 b="1">
                <a:solidFill>
                  <a:schemeClr val="lt2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 b="1">
                <a:solidFill>
                  <a:schemeClr val="lt2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 b="1">
                <a:solidFill>
                  <a:schemeClr val="lt2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 b="1">
                <a:solidFill>
                  <a:schemeClr val="lt2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79" name="Google Shape;79;p18">
            <a:extLst xmlns:a="http://schemas.openxmlformats.org/drawingml/2006/main">
              <a:ext uri="{FF2B5EF4-FFF2-40B4-BE49-F238E27FC236}">
                <a16:creationId xmlns:a16="http://schemas.microsoft.com/office/drawing/2014/main" id="{A079558B-3205-4BAD-B629-944D93318570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4798777" y="3743325"/>
            <a:ext cx="2807700" cy="63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sz="1100">
                <a:solidFill>
                  <a:schemeClr val="accent1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sz="1100">
                <a:solidFill>
                  <a:schemeClr val="accent1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sz="1100">
                <a:solidFill>
                  <a:schemeClr val="accent1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sz="1100">
                <a:solidFill>
                  <a:schemeClr val="accent1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sz="1100">
                <a:solidFill>
                  <a:schemeClr val="accent1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sz="1100">
                <a:solidFill>
                  <a:schemeClr val="accent1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sz="1100">
                <a:solidFill>
                  <a:schemeClr val="accent1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sz="1100">
                <a:solidFill>
                  <a:schemeClr val="accent1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sz="1100">
                <a:solidFill>
                  <a:schemeClr val="accent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80" name="Google Shape;80;p18">
            <a:extLst xmlns:a="http://schemas.openxmlformats.org/drawingml/2006/main">
              <a:ext uri="{FF2B5EF4-FFF2-40B4-BE49-F238E27FC236}">
                <a16:creationId xmlns:a16="http://schemas.microsoft.com/office/drawing/2014/main" id="{82CCB65C-8958-43AF-9509-84DF65D47C27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4949825" y="3042700"/>
            <a:ext cx="2505600" cy="7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sp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 b="1">
                <a:solidFill>
                  <a:schemeClr val="lt2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 b="1">
                <a:solidFill>
                  <a:schemeClr val="lt2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 b="1">
                <a:solidFill>
                  <a:schemeClr val="lt2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 b="1">
                <a:solidFill>
                  <a:schemeClr val="lt2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 b="1">
                <a:solidFill>
                  <a:schemeClr val="lt2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 b="1">
                <a:solidFill>
                  <a:schemeClr val="lt2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 b="1">
                <a:solidFill>
                  <a:schemeClr val="lt2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 b="1">
                <a:solidFill>
                  <a:schemeClr val="lt2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 b="1">
                <a:solidFill>
                  <a:schemeClr val="lt2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81" name="Google Shape;81;p18">
            <a:extLst xmlns:a="http://schemas.openxmlformats.org/drawingml/2006/main">
              <a:ext uri="{FF2B5EF4-FFF2-40B4-BE49-F238E27FC236}">
                <a16:creationId xmlns:a16="http://schemas.microsoft.com/office/drawing/2014/main" id="{71E6E555-F4BA-4869-9C3D-EB70C5FA3F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00" y="445025"/>
            <a:ext cx="77040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 SemiBold"/>
              <a:buNone/>
              <a:defRPr>
                <a:solidFill>
                  <a:schemeClr val="lt2"/>
                </a:solidFill>
                <a:latin typeface="Inter Tight SemiBold"/>
                <a:ea typeface="Inter Tight SemiBold"/>
                <a:cs typeface="Inter Tight SemiBold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 SemiBold"/>
              <a:buNone/>
              <a:defRPr>
                <a:solidFill>
                  <a:schemeClr val="lt2"/>
                </a:solidFill>
                <a:latin typeface="Inter Tight SemiBold"/>
                <a:ea typeface="Inter Tight SemiBold"/>
                <a:cs typeface="Inter Tight SemiBold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 SemiBold"/>
              <a:buNone/>
              <a:defRPr>
                <a:solidFill>
                  <a:schemeClr val="lt2"/>
                </a:solidFill>
                <a:latin typeface="Inter Tight SemiBold"/>
                <a:ea typeface="Inter Tight SemiBold"/>
                <a:cs typeface="Inter Tight SemiBold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 SemiBold"/>
              <a:buNone/>
              <a:defRPr>
                <a:solidFill>
                  <a:schemeClr val="lt2"/>
                </a:solidFill>
                <a:latin typeface="Inter Tight SemiBold"/>
                <a:ea typeface="Inter Tight SemiBold"/>
                <a:cs typeface="Inter Tight SemiBold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 SemiBold"/>
              <a:buNone/>
              <a:defRPr>
                <a:solidFill>
                  <a:schemeClr val="lt2"/>
                </a:solidFill>
                <a:latin typeface="Inter Tight SemiBold"/>
                <a:ea typeface="Inter Tight SemiBold"/>
                <a:cs typeface="Inter Tight SemiBold"/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 SemiBold"/>
              <a:buNone/>
              <a:defRPr>
                <a:solidFill>
                  <a:schemeClr val="lt2"/>
                </a:solidFill>
                <a:latin typeface="Inter Tight SemiBold"/>
                <a:ea typeface="Inter Tight SemiBold"/>
                <a:cs typeface="Inter Tight SemiBold"/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 SemiBold"/>
              <a:buNone/>
              <a:defRPr>
                <a:solidFill>
                  <a:schemeClr val="lt2"/>
                </a:solidFill>
                <a:latin typeface="Inter Tight SemiBold"/>
                <a:ea typeface="Inter Tight SemiBold"/>
                <a:cs typeface="Inter Tight SemiBold"/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 SemiBold"/>
              <a:buNone/>
              <a:defRPr>
                <a:solidFill>
                  <a:schemeClr val="lt2"/>
                </a:solidFill>
                <a:latin typeface="Inter Tight SemiBold"/>
                <a:ea typeface="Inter Tight SemiBold"/>
                <a:cs typeface="Inter Tight SemiBold"/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 SemiBold"/>
              <a:buNone/>
              <a:defRPr>
                <a:solidFill>
                  <a:schemeClr val="lt2"/>
                </a:solidFill>
                <a:latin typeface="Inter Tight SemiBold"/>
                <a:ea typeface="Inter Tight SemiBold"/>
                <a:cs typeface="Inter Tight SemiBold"/>
              </a:defRPr>
            </a:lvl9pPr>
          </a:lstStyle>
          <a:p xmlns:a="http://schemas.openxmlformats.org/drawingml/2006/main"/>
        </p:txBody>
      </p:sp>
      <p:pic>
        <p:nvPicPr>
          <p:cNvPr id="90" name="Google Shape;82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7d4ba22f381491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462725" y="474600"/>
            <a:ext cx="1149450" cy="2811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17.xml><?xml version="1.0" encoding="utf-8"?>
<p:sldLayout xmlns:p="http://schemas.openxmlformats.org/presentationml/2006/main" matchingName="One column text">
  <p:cSld name="ONE_COLUMN_TEXT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0" name="Google Shape;84;p1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6e30871ab394e18">
            <a:alphaModFix amt="58999"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-4179350" y="2281000"/>
            <a:ext cx="19558100" cy="532227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85" name="Google Shape;85;p19">
            <a:extLst xmlns:a="http://schemas.openxmlformats.org/drawingml/2006/main">
              <a:ext uri="{FF2B5EF4-FFF2-40B4-BE49-F238E27FC236}">
                <a16:creationId xmlns:a16="http://schemas.microsoft.com/office/drawing/2014/main" id="{3CABCC2C-8E47-4F63-9C0F-50627C2AF8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0000" y="1995600"/>
            <a:ext cx="4748400" cy="239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1pPr>
            <a:lvl2pPr marL="914400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marL="1371600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marL="1828800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marL="2286000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marL="2743200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marL="3200400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marL="3657600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marL="4114800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86" name="Google Shape;86;p19">
            <a:extLst xmlns:a="http://schemas.openxmlformats.org/drawingml/2006/main">
              <a:ext uri="{FF2B5EF4-FFF2-40B4-BE49-F238E27FC236}">
                <a16:creationId xmlns:a16="http://schemas.microsoft.com/office/drawing/2014/main" id="{27C1BEC4-1763-4159-9FBE-805670D5624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00" y="445025"/>
            <a:ext cx="3720300" cy="104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 SemiBold"/>
              <a:buNone/>
              <a:defRPr>
                <a:solidFill>
                  <a:schemeClr val="lt2"/>
                </a:solidFill>
                <a:latin typeface="Inter Tight SemiBold"/>
                <a:ea typeface="Inter Tight SemiBold"/>
                <a:cs typeface="Inter Tight SemiBold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 SemiBold"/>
              <a:buNone/>
              <a:defRPr>
                <a:solidFill>
                  <a:schemeClr val="lt2"/>
                </a:solidFill>
                <a:latin typeface="Inter Tight SemiBold"/>
                <a:ea typeface="Inter Tight SemiBold"/>
                <a:cs typeface="Inter Tight SemiBold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 SemiBold"/>
              <a:buNone/>
              <a:defRPr>
                <a:solidFill>
                  <a:schemeClr val="lt2"/>
                </a:solidFill>
                <a:latin typeface="Inter Tight SemiBold"/>
                <a:ea typeface="Inter Tight SemiBold"/>
                <a:cs typeface="Inter Tight SemiBold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 SemiBold"/>
              <a:buNone/>
              <a:defRPr>
                <a:solidFill>
                  <a:schemeClr val="lt2"/>
                </a:solidFill>
                <a:latin typeface="Inter Tight SemiBold"/>
                <a:ea typeface="Inter Tight SemiBold"/>
                <a:cs typeface="Inter Tight SemiBold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 SemiBold"/>
              <a:buNone/>
              <a:defRPr>
                <a:solidFill>
                  <a:schemeClr val="lt2"/>
                </a:solidFill>
                <a:latin typeface="Inter Tight SemiBold"/>
                <a:ea typeface="Inter Tight SemiBold"/>
                <a:cs typeface="Inter Tight SemiBold"/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 SemiBold"/>
              <a:buNone/>
              <a:defRPr>
                <a:solidFill>
                  <a:schemeClr val="lt2"/>
                </a:solidFill>
                <a:latin typeface="Inter Tight SemiBold"/>
                <a:ea typeface="Inter Tight SemiBold"/>
                <a:cs typeface="Inter Tight SemiBold"/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 SemiBold"/>
              <a:buNone/>
              <a:defRPr>
                <a:solidFill>
                  <a:schemeClr val="lt2"/>
                </a:solidFill>
                <a:latin typeface="Inter Tight SemiBold"/>
                <a:ea typeface="Inter Tight SemiBold"/>
                <a:cs typeface="Inter Tight SemiBold"/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 SemiBold"/>
              <a:buNone/>
              <a:defRPr>
                <a:solidFill>
                  <a:schemeClr val="lt2"/>
                </a:solidFill>
                <a:latin typeface="Inter Tight SemiBold"/>
                <a:ea typeface="Inter Tight SemiBold"/>
                <a:cs typeface="Inter Tight SemiBold"/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 SemiBold"/>
              <a:buNone/>
              <a:defRPr>
                <a:solidFill>
                  <a:schemeClr val="lt2"/>
                </a:solidFill>
                <a:latin typeface="Inter Tight SemiBold"/>
                <a:ea typeface="Inter Tight SemiBold"/>
                <a:cs typeface="Inter Tight SemiBold"/>
              </a:defRPr>
            </a:lvl9pPr>
          </a:lstStyle>
          <a:p xmlns:a="http://schemas.openxmlformats.org/drawingml/2006/main"/>
        </p:txBody>
      </p:sp>
      <p:sp>
        <p:nvSpPr>
          <p:cNvPr id="87" name="Google Shape;87;p19">
            <a:extLst xmlns:a="http://schemas.openxmlformats.org/drawingml/2006/main">
              <a:ext uri="{FF2B5EF4-FFF2-40B4-BE49-F238E27FC236}">
                <a16:creationId xmlns:a16="http://schemas.microsoft.com/office/drawing/2014/main" id="{0752F873-B4EC-4340-8D92-5276A7AD8570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5468400" y="915050"/>
            <a:ext cx="3075300" cy="3638100"/>
          </a:xfrm>
          <a:prstGeom xmlns:a="http://schemas.openxmlformats.org/drawingml/2006/main" prst="round1Rect">
            <a:avLst>
              <a:gd name="adj" fmla="val 19383"/>
            </a:avLst>
          </a:prstGeom>
          <a:noFill xmlns:a="http://schemas.openxmlformats.org/drawingml/2006/main"/>
          <a:ln xmlns:a="http://schemas.openxmlformats.org/drawingml/2006/main" w="952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</p:sp>
      <p:pic>
        <p:nvPicPr>
          <p:cNvPr id="94" name="Google Shape;88;p1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24e97bb216b446c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462725" y="474600"/>
            <a:ext cx="1149450" cy="2811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18.xml><?xml version="1.0" encoding="utf-8"?>
<p:sldLayout xmlns:p="http://schemas.openxmlformats.org/presentationml/2006/main" matchingName="Main point">
  <p:cSld name="MAIN_POINT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5" name="Google Shape;90;p2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cceac9806b9463d">
            <a:alphaModFix amt="52999"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-4861450" y="-3880475"/>
            <a:ext cx="12860800" cy="1089632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91" name="Google Shape;91;p20">
            <a:extLst xmlns:a="http://schemas.openxmlformats.org/drawingml/2006/main">
              <a:ext uri="{FF2B5EF4-FFF2-40B4-BE49-F238E27FC236}">
                <a16:creationId xmlns:a16="http://schemas.microsoft.com/office/drawing/2014/main" id="{5911202A-C4E3-49DA-8D03-7C40B2A7DF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91575" y="1671575"/>
            <a:ext cx="4422600" cy="231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Inter Tight"/>
              <a:buNone/>
              <a:defRPr sz="4800" b="1">
                <a:solidFill>
                  <a:schemeClr val="lt2"/>
                </a:solidFill>
                <a:latin typeface="Inter Tight"/>
                <a:ea typeface="Inter Tight"/>
                <a:cs typeface="Inter Tight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Inter Tight"/>
              <a:buNone/>
              <a:defRPr sz="4800" b="1">
                <a:solidFill>
                  <a:schemeClr val="lt2"/>
                </a:solidFill>
                <a:latin typeface="Inter Tight"/>
                <a:ea typeface="Inter Tight"/>
                <a:cs typeface="Inter Tight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Inter Tight"/>
              <a:buNone/>
              <a:defRPr sz="4800" b="1">
                <a:solidFill>
                  <a:schemeClr val="lt2"/>
                </a:solidFill>
                <a:latin typeface="Inter Tight"/>
                <a:ea typeface="Inter Tight"/>
                <a:cs typeface="Inter Tight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Inter Tight"/>
              <a:buNone/>
              <a:defRPr sz="4800" b="1">
                <a:solidFill>
                  <a:schemeClr val="lt2"/>
                </a:solidFill>
                <a:latin typeface="Inter Tight"/>
                <a:ea typeface="Inter Tight"/>
                <a:cs typeface="Inter Tight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Inter Tight"/>
              <a:buNone/>
              <a:defRPr sz="4800" b="1">
                <a:solidFill>
                  <a:schemeClr val="lt2"/>
                </a:solidFill>
                <a:latin typeface="Inter Tight"/>
                <a:ea typeface="Inter Tight"/>
                <a:cs typeface="Inter Tight"/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Inter Tight"/>
              <a:buNone/>
              <a:defRPr sz="4800" b="1">
                <a:solidFill>
                  <a:schemeClr val="lt2"/>
                </a:solidFill>
                <a:latin typeface="Inter Tight"/>
                <a:ea typeface="Inter Tight"/>
                <a:cs typeface="Inter Tight"/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Inter Tight"/>
              <a:buNone/>
              <a:defRPr sz="4800" b="1">
                <a:solidFill>
                  <a:schemeClr val="lt2"/>
                </a:solidFill>
                <a:latin typeface="Inter Tight"/>
                <a:ea typeface="Inter Tight"/>
                <a:cs typeface="Inter Tight"/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Inter Tight"/>
              <a:buNone/>
              <a:defRPr sz="4800" b="1">
                <a:solidFill>
                  <a:schemeClr val="lt2"/>
                </a:solidFill>
                <a:latin typeface="Inter Tight"/>
                <a:ea typeface="Inter Tight"/>
                <a:cs typeface="Inter Tight"/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Inter Tight"/>
              <a:buNone/>
              <a:defRPr sz="4800" b="1">
                <a:solidFill>
                  <a:schemeClr val="lt2"/>
                </a:solidFill>
                <a:latin typeface="Inter Tight"/>
                <a:ea typeface="Inter Tight"/>
                <a:cs typeface="Inter Tight"/>
              </a:defRPr>
            </a:lvl9pPr>
          </a:lstStyle>
          <a:p xmlns:a="http://schemas.openxmlformats.org/drawingml/2006/main"/>
        </p:txBody>
      </p:sp>
      <p:sp>
        <p:nvSpPr>
          <p:cNvPr id="92" name="Google Shape;92;p20">
            <a:extLst xmlns:a="http://schemas.openxmlformats.org/drawingml/2006/main">
              <a:ext uri="{FF2B5EF4-FFF2-40B4-BE49-F238E27FC236}">
                <a16:creationId xmlns:a16="http://schemas.microsoft.com/office/drawing/2014/main" id="{16F67B0A-3ABE-4E5A-AE48-4C0943F3443A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5222875" y="1012475"/>
            <a:ext cx="3288300" cy="3638100"/>
          </a:xfrm>
          <a:prstGeom xmlns:a="http://schemas.openxmlformats.org/drawingml/2006/main" prst="round1Rect">
            <a:avLst>
              <a:gd name="adj" fmla="val 19383"/>
            </a:avLst>
          </a:prstGeom>
          <a:noFill xmlns:a="http://schemas.openxmlformats.org/drawingml/2006/main"/>
          <a:ln xmlns:a="http://schemas.openxmlformats.org/drawingml/2006/main" w="952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</p:sp>
      <p:pic>
        <p:nvPicPr>
          <p:cNvPr id="98" name="Google Shape;93;p2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4ece3092dfb443b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462725" y="474600"/>
            <a:ext cx="1149450" cy="2811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19.xml><?xml version="1.0" encoding="utf-8"?>
<p:sldLayout xmlns:p="http://schemas.openxmlformats.org/presentationml/2006/main" matchingName="Section title and description">
  <p:cSld name="SECTION_TITLE_AND_DESCRIPTION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1" name="Google Shape;95;p2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c24bf009a284f85">
            <a:alphaModFix amt="50000"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-6413900" y="-4249400"/>
            <a:ext cx="15557900" cy="13181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96" name="Google Shape;96;p21">
            <a:extLst xmlns:a="http://schemas.openxmlformats.org/drawingml/2006/main">
              <a:ext uri="{FF2B5EF4-FFF2-40B4-BE49-F238E27FC236}">
                <a16:creationId xmlns:a16="http://schemas.microsoft.com/office/drawing/2014/main" id="{69AC3517-47C1-4543-8BEE-FFC7AD524E5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13050" y="1686275"/>
            <a:ext cx="3634500" cy="131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sp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700"/>
              <a:buFont typeface="Inter Tight SemiBold"/>
              <a:buNone/>
              <a:defRPr sz="3700">
                <a:solidFill>
                  <a:schemeClr val="lt2"/>
                </a:solidFill>
                <a:latin typeface="Inter Tight SemiBold"/>
                <a:ea typeface="Inter Tight SemiBold"/>
                <a:cs typeface="Inter Tight SemiBold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700"/>
              <a:buNone/>
              <a:defRPr sz="3700">
                <a:solidFill>
                  <a:schemeClr val="lt2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700"/>
              <a:buNone/>
              <a:defRPr sz="3700">
                <a:solidFill>
                  <a:schemeClr val="lt2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700"/>
              <a:buNone/>
              <a:defRPr sz="3700">
                <a:solidFill>
                  <a:schemeClr val="lt2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700"/>
              <a:buNone/>
              <a:defRPr sz="3700">
                <a:solidFill>
                  <a:schemeClr val="lt2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700"/>
              <a:buNone/>
              <a:defRPr sz="3700">
                <a:solidFill>
                  <a:schemeClr val="lt2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700"/>
              <a:buNone/>
              <a:defRPr sz="3700">
                <a:solidFill>
                  <a:schemeClr val="lt2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700"/>
              <a:buNone/>
              <a:defRPr sz="3700">
                <a:solidFill>
                  <a:schemeClr val="lt2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700"/>
              <a:buNone/>
              <a:defRPr sz="3700">
                <a:solidFill>
                  <a:schemeClr val="lt2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97" name="Google Shape;97;p21">
            <a:extLst xmlns:a="http://schemas.openxmlformats.org/drawingml/2006/main">
              <a:ext uri="{FF2B5EF4-FFF2-40B4-BE49-F238E27FC236}">
                <a16:creationId xmlns:a16="http://schemas.microsoft.com/office/drawing/2014/main" id="{DF986A99-8306-4521-8C1A-215840C4EC5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513050" y="2996425"/>
            <a:ext cx="3634500" cy="46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sz="1600">
                <a:solidFill>
                  <a:schemeClr val="lt2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98" name="Google Shape;98;p21">
            <a:extLst xmlns:a="http://schemas.openxmlformats.org/drawingml/2006/main">
              <a:ext uri="{FF2B5EF4-FFF2-40B4-BE49-F238E27FC236}">
                <a16:creationId xmlns:a16="http://schemas.microsoft.com/office/drawing/2014/main" id="{4CACFBAD-EEE3-4209-A7C8-ECD23099A696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4885050" y="933050"/>
            <a:ext cx="3968700" cy="3678600"/>
          </a:xfrm>
          <a:prstGeom xmlns:a="http://schemas.openxmlformats.org/drawingml/2006/main" prst="round1Rect">
            <a:avLst>
              <a:gd name="adj" fmla="val 19383"/>
            </a:avLst>
          </a:prstGeom>
          <a:noFill xmlns:a="http://schemas.openxmlformats.org/drawingml/2006/main"/>
          <a:ln xmlns:a="http://schemas.openxmlformats.org/drawingml/2006/main" w="952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</p:sp>
      <p:pic>
        <p:nvPicPr>
          <p:cNvPr id="105" name="Google Shape;99;p2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e6b759755a5444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462725" y="474600"/>
            <a:ext cx="1149450" cy="2811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20.xml><?xml version="1.0" encoding="utf-8"?>
<p:sldLayout xmlns:p="http://schemas.openxmlformats.org/presentationml/2006/main" matchingName="Caption">
  <p:cSld name="CAPTION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1" name="Google Shape;101;p22">
            <a:extLst xmlns:a="http://schemas.openxmlformats.org/drawingml/2006/main">
              <a:ext uri="{FF2B5EF4-FFF2-40B4-BE49-F238E27FC236}">
                <a16:creationId xmlns:a16="http://schemas.microsoft.com/office/drawing/2014/main" id="{345EEB29-1CA6-4C3C-8697-19249446DFFE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-25" y="-13725"/>
            <a:ext cx="9144000" cy="51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pic>
        <p:nvPicPr>
          <p:cNvPr id="104" name="Google Shape;102;p2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d91d2babe864e1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462725" y="474600"/>
            <a:ext cx="1149450" cy="2811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21.xml><?xml version="1.0" encoding="utf-8"?>
<p:sldLayout xmlns:p="http://schemas.openxmlformats.org/presentationml/2006/main" matchingName="Big number">
  <p:cSld name="BIG_NUMBER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0" name="Google Shape;104;p2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0de8a91ca1740c0">
            <a:alphaModFix amt="50000"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62200" y="-2926675"/>
            <a:ext cx="15557900" cy="13181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5" name="Google Shape;105;p23">
            <a:extLst xmlns:a="http://schemas.openxmlformats.org/drawingml/2006/main">
              <a:ext uri="{FF2B5EF4-FFF2-40B4-BE49-F238E27FC236}">
                <a16:creationId xmlns:a16="http://schemas.microsoft.com/office/drawing/2014/main" id="{B057089C-F661-41EB-92B0-D5049B55DE9F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881575" y="1857550"/>
            <a:ext cx="4549200" cy="93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300"/>
              <a:buFont typeface="Inter Tight"/>
              <a:buNone/>
              <a:defRPr sz="6700" b="1">
                <a:solidFill>
                  <a:schemeClr val="lt2"/>
                </a:solidFill>
                <a:latin typeface="Inter Tight"/>
                <a:ea typeface="Inter Tight"/>
                <a:cs typeface="Inter Tight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600"/>
              <a:buFont typeface="Poppins Medium"/>
              <a:buNone/>
              <a:defRPr sz="9600">
                <a:solidFill>
                  <a:schemeClr val="lt2"/>
                </a:solidFill>
                <a:latin typeface="Poppins Medium"/>
                <a:ea typeface="Poppins Medium"/>
                <a:cs typeface="Poppins Medium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600"/>
              <a:buFont typeface="Poppins Medium"/>
              <a:buNone/>
              <a:defRPr sz="9600">
                <a:solidFill>
                  <a:schemeClr val="lt2"/>
                </a:solidFill>
                <a:latin typeface="Poppins Medium"/>
                <a:ea typeface="Poppins Medium"/>
                <a:cs typeface="Poppins Medium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600"/>
              <a:buFont typeface="Poppins Medium"/>
              <a:buNone/>
              <a:defRPr sz="9600">
                <a:solidFill>
                  <a:schemeClr val="lt2"/>
                </a:solidFill>
                <a:latin typeface="Poppins Medium"/>
                <a:ea typeface="Poppins Medium"/>
                <a:cs typeface="Poppins Medium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600"/>
              <a:buFont typeface="Poppins Medium"/>
              <a:buNone/>
              <a:defRPr sz="9600">
                <a:solidFill>
                  <a:schemeClr val="lt2"/>
                </a:solidFill>
                <a:latin typeface="Poppins Medium"/>
                <a:ea typeface="Poppins Medium"/>
                <a:cs typeface="Poppins Medium"/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600"/>
              <a:buFont typeface="Poppins Medium"/>
              <a:buNone/>
              <a:defRPr sz="9600">
                <a:solidFill>
                  <a:schemeClr val="lt2"/>
                </a:solidFill>
                <a:latin typeface="Poppins Medium"/>
                <a:ea typeface="Poppins Medium"/>
                <a:cs typeface="Poppins Medium"/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600"/>
              <a:buFont typeface="Poppins Medium"/>
              <a:buNone/>
              <a:defRPr sz="9600">
                <a:solidFill>
                  <a:schemeClr val="lt2"/>
                </a:solidFill>
                <a:latin typeface="Poppins Medium"/>
                <a:ea typeface="Poppins Medium"/>
                <a:cs typeface="Poppins Medium"/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600"/>
              <a:buFont typeface="Poppins Medium"/>
              <a:buNone/>
              <a:defRPr sz="9600">
                <a:solidFill>
                  <a:schemeClr val="lt2"/>
                </a:solidFill>
                <a:latin typeface="Poppins Medium"/>
                <a:ea typeface="Poppins Medium"/>
                <a:cs typeface="Poppins Medium"/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600"/>
              <a:buFont typeface="Poppins Medium"/>
              <a:buNone/>
              <a:defRPr sz="9600">
                <a:solidFill>
                  <a:schemeClr val="lt2"/>
                </a:solidFill>
                <a:latin typeface="Poppins Medium"/>
                <a:ea typeface="Poppins Medium"/>
                <a:cs typeface="Poppins Medium"/>
              </a:defRPr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106" name="Google Shape;106;p23">
            <a:extLst xmlns:a="http://schemas.openxmlformats.org/drawingml/2006/main">
              <a:ext uri="{FF2B5EF4-FFF2-40B4-BE49-F238E27FC236}">
                <a16:creationId xmlns:a16="http://schemas.microsoft.com/office/drawing/2014/main" id="{8CCE40BB-A4B0-42F9-97E8-C99E932E6D3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881575" y="2788850"/>
            <a:ext cx="4549200" cy="497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 xmlns:a="http://schemas.openxmlformats.org/drawingml/2006/main"/>
        </p:txBody>
      </p:sp>
      <p:sp>
        <p:nvSpPr>
          <p:cNvPr id="107" name="Google Shape;107;p23">
            <a:extLst xmlns:a="http://schemas.openxmlformats.org/drawingml/2006/main">
              <a:ext uri="{FF2B5EF4-FFF2-40B4-BE49-F238E27FC236}">
                <a16:creationId xmlns:a16="http://schemas.microsoft.com/office/drawing/2014/main" id="{E62F5697-72B7-4805-A3DE-DC0018A35E0B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0" y="0"/>
            <a:ext cx="4434300" cy="5143500"/>
          </a:xfrm>
          <a:prstGeom xmlns:a="http://schemas.openxmlformats.org/drawingml/2006/main" prst="round1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952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</p:sp>
      <p:pic>
        <p:nvPicPr>
          <p:cNvPr id="114" name="Google Shape;108;p2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19116fd50994e7c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462725" y="474600"/>
            <a:ext cx="1149450" cy="2811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22.xml><?xml version="1.0" encoding="utf-8"?>
<p:sldLayout xmlns:p="http://schemas.openxmlformats.org/presentationml/2006/main" matchingName="Title and text 5">
  <p:cSld name="CUSTOM_10_1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7" name="Google Shape;110;p2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4a628a6d7cb403b">
            <a:alphaModFix amt="50000"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-4511825" y="1178075"/>
            <a:ext cx="20356226" cy="762287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11" name="Google Shape;111;p24">
            <a:extLst xmlns:a="http://schemas.openxmlformats.org/drawingml/2006/main">
              <a:ext uri="{FF2B5EF4-FFF2-40B4-BE49-F238E27FC236}">
                <a16:creationId xmlns:a16="http://schemas.microsoft.com/office/drawing/2014/main" id="{4A09EE15-6378-48C0-A597-6BCEE8A71E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3225" y="445025"/>
            <a:ext cx="4338600" cy="103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 SemiBold"/>
              <a:buNone/>
              <a:defRPr>
                <a:solidFill>
                  <a:schemeClr val="lt2"/>
                </a:solidFill>
                <a:latin typeface="Inter Tight SemiBold"/>
                <a:ea typeface="Inter Tight SemiBold"/>
                <a:cs typeface="Inter Tight SemiBold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Poppins Medium"/>
              <a:buNone/>
              <a:defRPr>
                <a:solidFill>
                  <a:schemeClr val="lt2"/>
                </a:solidFill>
                <a:latin typeface="Poppins Medium"/>
                <a:ea typeface="Poppins Medium"/>
                <a:cs typeface="Poppins Medium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Poppins Medium"/>
              <a:buNone/>
              <a:defRPr>
                <a:solidFill>
                  <a:schemeClr val="lt2"/>
                </a:solidFill>
                <a:latin typeface="Poppins Medium"/>
                <a:ea typeface="Poppins Medium"/>
                <a:cs typeface="Poppins Medium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Poppins Medium"/>
              <a:buNone/>
              <a:defRPr>
                <a:solidFill>
                  <a:schemeClr val="lt2"/>
                </a:solidFill>
                <a:latin typeface="Poppins Medium"/>
                <a:ea typeface="Poppins Medium"/>
                <a:cs typeface="Poppins Medium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Poppins Medium"/>
              <a:buNone/>
              <a:defRPr>
                <a:solidFill>
                  <a:schemeClr val="lt2"/>
                </a:solidFill>
                <a:latin typeface="Poppins Medium"/>
                <a:ea typeface="Poppins Medium"/>
                <a:cs typeface="Poppins Medium"/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Poppins Medium"/>
              <a:buNone/>
              <a:defRPr>
                <a:solidFill>
                  <a:schemeClr val="lt2"/>
                </a:solidFill>
                <a:latin typeface="Poppins Medium"/>
                <a:ea typeface="Poppins Medium"/>
                <a:cs typeface="Poppins Medium"/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Poppins Medium"/>
              <a:buNone/>
              <a:defRPr>
                <a:solidFill>
                  <a:schemeClr val="lt2"/>
                </a:solidFill>
                <a:latin typeface="Poppins Medium"/>
                <a:ea typeface="Poppins Medium"/>
                <a:cs typeface="Poppins Medium"/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Poppins Medium"/>
              <a:buNone/>
              <a:defRPr>
                <a:solidFill>
                  <a:schemeClr val="lt2"/>
                </a:solidFill>
                <a:latin typeface="Poppins Medium"/>
                <a:ea typeface="Poppins Medium"/>
                <a:cs typeface="Poppins Medium"/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Poppins Medium"/>
              <a:buNone/>
              <a:defRPr>
                <a:solidFill>
                  <a:schemeClr val="lt2"/>
                </a:solidFill>
                <a:latin typeface="Poppins Medium"/>
                <a:ea typeface="Poppins Medium"/>
                <a:cs typeface="Poppins Medium"/>
              </a:defRPr>
            </a:lvl9pPr>
          </a:lstStyle>
          <a:p xmlns:a="http://schemas.openxmlformats.org/drawingml/2006/main"/>
        </p:txBody>
      </p:sp>
      <p:sp>
        <p:nvSpPr>
          <p:cNvPr id="112" name="Google Shape;112;p24">
            <a:extLst xmlns:a="http://schemas.openxmlformats.org/drawingml/2006/main">
              <a:ext uri="{FF2B5EF4-FFF2-40B4-BE49-F238E27FC236}">
                <a16:creationId xmlns:a16="http://schemas.microsoft.com/office/drawing/2014/main" id="{06CD131B-DA6B-40C8-B139-E24537CFA2E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713243" y="1414825"/>
            <a:ext cx="4338600" cy="1184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113" name="Google Shape;113;p24">
            <a:extLst xmlns:a="http://schemas.openxmlformats.org/drawingml/2006/main">
              <a:ext uri="{FF2B5EF4-FFF2-40B4-BE49-F238E27FC236}">
                <a16:creationId xmlns:a16="http://schemas.microsoft.com/office/drawing/2014/main" id="{68C9BBCA-E098-4BA4-95EC-B18C25F19A31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5222875" y="941675"/>
            <a:ext cx="3288300" cy="3449100"/>
          </a:xfrm>
          <a:prstGeom xmlns:a="http://schemas.openxmlformats.org/drawingml/2006/main" prst="round1Rect">
            <a:avLst>
              <a:gd name="adj" fmla="val 19383"/>
            </a:avLst>
          </a:prstGeom>
          <a:noFill xmlns:a="http://schemas.openxmlformats.org/drawingml/2006/main"/>
          <a:ln xmlns:a="http://schemas.openxmlformats.org/drawingml/2006/main" w="952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4" name="Google Shape;114;p24">
            <a:extLst xmlns:a="http://schemas.openxmlformats.org/drawingml/2006/main">
              <a:ext uri="{FF2B5EF4-FFF2-40B4-BE49-F238E27FC236}">
                <a16:creationId xmlns:a16="http://schemas.microsoft.com/office/drawing/2014/main" id="{463BED5F-B5CB-4CAB-ADCC-54158BF99A1F}"/>
              </a:ext>
            </a:extLst>
          </p:cNvPr>
          <p:cNvSpPr>
            <a:spLocks xmlns:a="http://schemas.openxmlformats.org/drawingml/2006/main" noGrp="1"/>
          </p:cNvSpPr>
          <p:nvPr>
            <p:ph type="pic" idx="3"/>
          </p:nvPr>
        </p:nvSpPr>
        <p:spPr>
          <a:xfrm xmlns:a="http://schemas.openxmlformats.org/drawingml/2006/main">
            <a:off x="713250" y="2249800"/>
            <a:ext cx="4105200" cy="2141100"/>
          </a:xfrm>
          <a:prstGeom xmlns:a="http://schemas.openxmlformats.org/drawingml/2006/main" prst="round1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952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</p:sp>
      <p:pic>
        <p:nvPicPr>
          <p:cNvPr id="122" name="Google Shape;115;p2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6fcce3162d94a8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462725" y="474600"/>
            <a:ext cx="1149450" cy="2811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23.xml><?xml version="1.0" encoding="utf-8"?>
<p:sldLayout xmlns:p="http://schemas.openxmlformats.org/presentationml/2006/main" matchingName="Title and two columns 2">
  <p:cSld name="TITLE_AND_TWO_COLUMNS_1_1">
    <p:bg>
      <p:bgPr>
        <a:solidFill xmlns:a="http://schemas.openxmlformats.org/drawingml/2006/main">
          <a:schemeClr val="dk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Google Shape;117;p2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2b6d4d1816f48d6">
            <a:alphaModFix amt="50000"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20900" y="-3520650"/>
            <a:ext cx="15557900" cy="13181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4" name="Google Shape;118;p2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d3b66aa5d2f4c6d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462725" y="474600"/>
            <a:ext cx="1149450" cy="2811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24.xml><?xml version="1.0" encoding="utf-8"?>
<p:sldLayout xmlns:p="http://schemas.openxmlformats.org/presentationml/2006/main" matchingName="Title and text 1">
  <p:cSld name="CUSTOM">
    <p:bg>
      <p:bgPr>
        <a:solidFill xmlns:a="http://schemas.openxmlformats.org/drawingml/2006/main">
          <a:schemeClr val="lt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6" name="Google Shape;120;p2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298657aa6a744e6">
            <a:alphaModFix amt="39000"/>
          </a:blip>
          <a:srcRect xmlns:a="http://schemas.openxmlformats.org/drawingml/2006/main" l="-7670" t="-7760" r="7670" b="7760"/>
          <a:stretch xmlns:a="http://schemas.openxmlformats.org/drawingml/2006/main"/>
        </p:blipFill>
        <p:spPr>
          <a:xfrm xmlns:a="http://schemas.openxmlformats.org/drawingml/2006/main">
            <a:off x="-2241775" y="-3675000"/>
            <a:ext cx="18452950" cy="1563427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21" name="Google Shape;121;p26">
            <a:extLst xmlns:a="http://schemas.openxmlformats.org/drawingml/2006/main">
              <a:ext uri="{FF2B5EF4-FFF2-40B4-BE49-F238E27FC236}">
                <a16:creationId xmlns:a16="http://schemas.microsoft.com/office/drawing/2014/main" id="{EC3AF0D2-C373-4ECC-9AC3-2D015250E61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32600" y="866700"/>
            <a:ext cx="6124200" cy="59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sp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 SemiBold"/>
              <a:buNone/>
              <a:defRPr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3000"/>
              <a:buNone/>
              <a:defRPr>
                <a:solidFill>
                  <a:srgbClr val="191919"/>
                </a:solidFill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3000"/>
              <a:buNone/>
              <a:defRPr>
                <a:solidFill>
                  <a:srgbClr val="191919"/>
                </a:solidFill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3000"/>
              <a:buNone/>
              <a:defRPr>
                <a:solidFill>
                  <a:srgbClr val="191919"/>
                </a:solidFill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3000"/>
              <a:buNone/>
              <a:defRPr>
                <a:solidFill>
                  <a:srgbClr val="191919"/>
                </a:solidFill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3000"/>
              <a:buNone/>
              <a:defRPr>
                <a:solidFill>
                  <a:srgbClr val="191919"/>
                </a:solidFill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3000"/>
              <a:buNone/>
              <a:defRPr>
                <a:solidFill>
                  <a:srgbClr val="191919"/>
                </a:solidFill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3000"/>
              <a:buNone/>
              <a:defRPr>
                <a:solidFill>
                  <a:srgbClr val="191919"/>
                </a:solidFill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3000"/>
              <a:buNone/>
              <a:defRPr>
                <a:solidFill>
                  <a:srgbClr val="191919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122" name="Google Shape;122;p26">
            <a:extLst xmlns:a="http://schemas.openxmlformats.org/drawingml/2006/main">
              <a:ext uri="{FF2B5EF4-FFF2-40B4-BE49-F238E27FC236}">
                <a16:creationId xmlns:a16="http://schemas.microsoft.com/office/drawing/2014/main" id="{23812B0D-E0CE-42EA-BD0C-5E1392A9A6B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732600" y="1461300"/>
            <a:ext cx="7678800" cy="281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None/>
              <a:defRPr>
                <a:solidFill>
                  <a:srgbClr val="191919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None/>
              <a:defRPr>
                <a:solidFill>
                  <a:srgbClr val="191919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None/>
              <a:defRPr>
                <a:solidFill>
                  <a:srgbClr val="191919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None/>
              <a:defRPr>
                <a:solidFill>
                  <a:srgbClr val="191919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None/>
              <a:defRPr>
                <a:solidFill>
                  <a:srgbClr val="191919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None/>
              <a:defRPr>
                <a:solidFill>
                  <a:srgbClr val="191919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None/>
              <a:defRPr>
                <a:solidFill>
                  <a:srgbClr val="191919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None/>
              <a:defRPr>
                <a:solidFill>
                  <a:srgbClr val="191919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None/>
              <a:defRPr>
                <a:solidFill>
                  <a:srgbClr val="191919"/>
                </a:solidFill>
              </a:defRPr>
            </a:lvl9pPr>
          </a:lstStyle>
          <a:p xmlns:a="http://schemas.openxmlformats.org/drawingml/2006/main"/>
        </p:txBody>
      </p:sp>
      <p:pic>
        <p:nvPicPr>
          <p:cNvPr id="129" name="Google Shape;123;p2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88abe3d38bb481d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462725" y="474600"/>
            <a:ext cx="1149450" cy="2811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30" name="Google Shape;124;p2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298657aa6a744e6">
            <a:alphaModFix amt="20000"/>
          </a:blip>
          <a:srcRect xmlns:a="http://schemas.openxmlformats.org/drawingml/2006/main" l="-9100" t="-3130" r="9100" b="3130"/>
          <a:stretch xmlns:a="http://schemas.openxmlformats.org/drawingml/2006/main"/>
        </p:blipFill>
        <p:spPr>
          <a:xfrm xmlns:a="http://schemas.openxmlformats.org/drawingml/2006/main">
            <a:off x="-8527175" y="-3675000"/>
            <a:ext cx="18452950" cy="1563427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25.xml><?xml version="1.0" encoding="utf-8"?>
<p:sldLayout xmlns:p="http://schemas.openxmlformats.org/presentationml/2006/main" matchingName="Title and text 4">
  <p:cSld name="CUSTOM_4_1_1">
    <p:bg>
      <p:bgPr>
        <a:solidFill xmlns:a="http://schemas.openxmlformats.org/drawingml/2006/main">
          <a:schemeClr val="lt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2" name="Google Shape;126;p2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a7733ab04e14fc1">
            <a:alphaModFix amt="39000"/>
          </a:blip>
          <a:srcRect xmlns:a="http://schemas.openxmlformats.org/drawingml/2006/main" l="-7670" t="-7760" r="7670" b="7760"/>
          <a:stretch xmlns:a="http://schemas.openxmlformats.org/drawingml/2006/main"/>
        </p:blipFill>
        <p:spPr>
          <a:xfrm xmlns:a="http://schemas.openxmlformats.org/drawingml/2006/main">
            <a:off x="-9485775" y="-3675000"/>
            <a:ext cx="18452950" cy="1563427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27" name="Google Shape;127;p27">
            <a:extLst xmlns:a="http://schemas.openxmlformats.org/drawingml/2006/main">
              <a:ext uri="{FF2B5EF4-FFF2-40B4-BE49-F238E27FC236}">
                <a16:creationId xmlns:a16="http://schemas.microsoft.com/office/drawing/2014/main" id="{2272FC6B-5520-4B09-B9C7-F55F2D4D3B1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64850" y="1786925"/>
            <a:ext cx="3845700" cy="113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 SemiBold"/>
              <a:buNone/>
              <a:defRPr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"/>
              <a:buNone/>
              <a:defRPr b="1">
                <a:solidFill>
                  <a:schemeClr val="dk1"/>
                </a:solidFill>
                <a:latin typeface="Inter Tight"/>
                <a:ea typeface="Inter Tight"/>
                <a:cs typeface="Inter Tight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"/>
              <a:buNone/>
              <a:defRPr b="1">
                <a:solidFill>
                  <a:schemeClr val="dk1"/>
                </a:solidFill>
                <a:latin typeface="Inter Tight"/>
                <a:ea typeface="Inter Tight"/>
                <a:cs typeface="Inter Tight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"/>
              <a:buNone/>
              <a:defRPr b="1">
                <a:solidFill>
                  <a:schemeClr val="dk1"/>
                </a:solidFill>
                <a:latin typeface="Inter Tight"/>
                <a:ea typeface="Inter Tight"/>
                <a:cs typeface="Inter Tight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"/>
              <a:buNone/>
              <a:defRPr b="1">
                <a:solidFill>
                  <a:schemeClr val="dk1"/>
                </a:solidFill>
                <a:latin typeface="Inter Tight"/>
                <a:ea typeface="Inter Tight"/>
                <a:cs typeface="Inter Tight"/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"/>
              <a:buNone/>
              <a:defRPr b="1">
                <a:solidFill>
                  <a:schemeClr val="dk1"/>
                </a:solidFill>
                <a:latin typeface="Inter Tight"/>
                <a:ea typeface="Inter Tight"/>
                <a:cs typeface="Inter Tight"/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"/>
              <a:buNone/>
              <a:defRPr b="1">
                <a:solidFill>
                  <a:schemeClr val="dk1"/>
                </a:solidFill>
                <a:latin typeface="Inter Tight"/>
                <a:ea typeface="Inter Tight"/>
                <a:cs typeface="Inter Tight"/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"/>
              <a:buNone/>
              <a:defRPr b="1">
                <a:solidFill>
                  <a:schemeClr val="dk1"/>
                </a:solidFill>
                <a:latin typeface="Inter Tight"/>
                <a:ea typeface="Inter Tight"/>
                <a:cs typeface="Inter Tight"/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"/>
              <a:buNone/>
              <a:defRPr b="1">
                <a:solidFill>
                  <a:schemeClr val="dk1"/>
                </a:solidFill>
                <a:latin typeface="Inter Tight"/>
                <a:ea typeface="Inter Tight"/>
                <a:cs typeface="Inter Tight"/>
              </a:defRPr>
            </a:lvl9pPr>
          </a:lstStyle>
          <a:p xmlns:a="http://schemas.openxmlformats.org/drawingml/2006/main"/>
        </p:txBody>
      </p:sp>
      <p:sp>
        <p:nvSpPr>
          <p:cNvPr id="128" name="Google Shape;128;p27">
            <a:extLst xmlns:a="http://schemas.openxmlformats.org/drawingml/2006/main">
              <a:ext uri="{FF2B5EF4-FFF2-40B4-BE49-F238E27FC236}">
                <a16:creationId xmlns:a16="http://schemas.microsoft.com/office/drawing/2014/main" id="{BBC58D4D-DA28-4C5E-BD95-90CDDCBFE35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31000" y="2926375"/>
            <a:ext cx="3579600" cy="43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129" name="Google Shape;129;p27">
            <a:extLst xmlns:a="http://schemas.openxmlformats.org/drawingml/2006/main">
              <a:ext uri="{FF2B5EF4-FFF2-40B4-BE49-F238E27FC236}">
                <a16:creationId xmlns:a16="http://schemas.microsoft.com/office/drawing/2014/main" id="{245A9831-8389-4C25-9128-7CB35A2EC129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5313950" y="1017450"/>
            <a:ext cx="3298200" cy="3373500"/>
          </a:xfrm>
          <a:prstGeom xmlns:a="http://schemas.openxmlformats.org/drawingml/2006/main" prst="round1Rect">
            <a:avLst>
              <a:gd name="adj" fmla="val 19383"/>
            </a:avLst>
          </a:prstGeom>
          <a:noFill xmlns:a="http://schemas.openxmlformats.org/drawingml/2006/main"/>
          <a:ln xmlns:a="http://schemas.openxmlformats.org/drawingml/2006/main">
            <a:noFill/>
          </a:ln>
        </p:spPr>
      </p:sp>
      <p:pic>
        <p:nvPicPr>
          <p:cNvPr id="136" name="Google Shape;130;p2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dd4a5ad19a4410f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462725" y="474600"/>
            <a:ext cx="1149450" cy="2811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26.xml><?xml version="1.0" encoding="utf-8"?>
<p:sldLayout xmlns:p="http://schemas.openxmlformats.org/presentationml/2006/main" matchingName="Title and six columns">
  <p:cSld name="CUSTOM_7">
    <p:bg>
      <p:bgPr>
        <a:solidFill xmlns:a="http://schemas.openxmlformats.org/drawingml/2006/main">
          <a:schemeClr val="lt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8" name="Google Shape;132;p2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ce172c76a4d47f9">
            <a:alphaModFix amt="39000"/>
          </a:blip>
          <a:srcRect xmlns:a="http://schemas.openxmlformats.org/drawingml/2006/main" l="-7670" t="-7760" r="7670" b="7760"/>
          <a:stretch xmlns:a="http://schemas.openxmlformats.org/drawingml/2006/main"/>
        </p:blipFill>
        <p:spPr>
          <a:xfrm xmlns:a="http://schemas.openxmlformats.org/drawingml/2006/main">
            <a:off x="-10864375" y="445025"/>
            <a:ext cx="26254776" cy="870072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33" name="Google Shape;133;p28">
            <a:extLst xmlns:a="http://schemas.openxmlformats.org/drawingml/2006/main">
              <a:ext uri="{FF2B5EF4-FFF2-40B4-BE49-F238E27FC236}">
                <a16:creationId xmlns:a16="http://schemas.microsoft.com/office/drawing/2014/main" id="{7F6A5BD3-C31E-4D55-A388-692A0DB719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00" y="445025"/>
            <a:ext cx="77040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 SemiBold"/>
              <a:buNone/>
              <a:defRPr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"/>
              <a:buNone/>
              <a:defRPr b="1">
                <a:solidFill>
                  <a:schemeClr val="dk1"/>
                </a:solidFill>
                <a:latin typeface="Inter Tight"/>
                <a:ea typeface="Inter Tight"/>
                <a:cs typeface="Inter Tight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"/>
              <a:buNone/>
              <a:defRPr b="1">
                <a:solidFill>
                  <a:schemeClr val="dk1"/>
                </a:solidFill>
                <a:latin typeface="Inter Tight"/>
                <a:ea typeface="Inter Tight"/>
                <a:cs typeface="Inter Tight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"/>
              <a:buNone/>
              <a:defRPr b="1">
                <a:solidFill>
                  <a:schemeClr val="dk1"/>
                </a:solidFill>
                <a:latin typeface="Inter Tight"/>
                <a:ea typeface="Inter Tight"/>
                <a:cs typeface="Inter Tight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"/>
              <a:buNone/>
              <a:defRPr b="1">
                <a:solidFill>
                  <a:schemeClr val="dk1"/>
                </a:solidFill>
                <a:latin typeface="Inter Tight"/>
                <a:ea typeface="Inter Tight"/>
                <a:cs typeface="Inter Tight"/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"/>
              <a:buNone/>
              <a:defRPr b="1">
                <a:solidFill>
                  <a:schemeClr val="dk1"/>
                </a:solidFill>
                <a:latin typeface="Inter Tight"/>
                <a:ea typeface="Inter Tight"/>
                <a:cs typeface="Inter Tight"/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"/>
              <a:buNone/>
              <a:defRPr b="1">
                <a:solidFill>
                  <a:schemeClr val="dk1"/>
                </a:solidFill>
                <a:latin typeface="Inter Tight"/>
                <a:ea typeface="Inter Tight"/>
                <a:cs typeface="Inter Tight"/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"/>
              <a:buNone/>
              <a:defRPr b="1">
                <a:solidFill>
                  <a:schemeClr val="dk1"/>
                </a:solidFill>
                <a:latin typeface="Inter Tight"/>
                <a:ea typeface="Inter Tight"/>
                <a:cs typeface="Inter Tight"/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"/>
              <a:buNone/>
              <a:defRPr b="1">
                <a:solidFill>
                  <a:schemeClr val="dk1"/>
                </a:solidFill>
                <a:latin typeface="Inter Tight"/>
                <a:ea typeface="Inter Tight"/>
                <a:cs typeface="Inter Tight"/>
              </a:defRPr>
            </a:lvl9pPr>
          </a:lstStyle>
          <a:p xmlns:a="http://schemas.openxmlformats.org/drawingml/2006/main"/>
        </p:txBody>
      </p:sp>
      <p:sp>
        <p:nvSpPr>
          <p:cNvPr id="134" name="Google Shape;134;p28">
            <a:extLst xmlns:a="http://schemas.openxmlformats.org/drawingml/2006/main">
              <a:ext uri="{FF2B5EF4-FFF2-40B4-BE49-F238E27FC236}">
                <a16:creationId xmlns:a16="http://schemas.microsoft.com/office/drawing/2014/main" id="{8683F4A5-0BAF-4605-B542-19B1E83588C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768715" y="2361501"/>
            <a:ext cx="2181000" cy="63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 sz="1100">
                <a:solidFill>
                  <a:schemeClr val="accent6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 sz="1100">
                <a:solidFill>
                  <a:schemeClr val="accent6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 sz="1100">
                <a:solidFill>
                  <a:schemeClr val="accent6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 sz="1100">
                <a:solidFill>
                  <a:schemeClr val="accent6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 sz="1100">
                <a:solidFill>
                  <a:schemeClr val="accent6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 sz="1100">
                <a:solidFill>
                  <a:schemeClr val="accent6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 sz="1100">
                <a:solidFill>
                  <a:schemeClr val="accent6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 sz="1100">
                <a:solidFill>
                  <a:schemeClr val="accent6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 sz="1100">
                <a:solidFill>
                  <a:schemeClr val="accent6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135" name="Google Shape;135;p28">
            <a:extLst xmlns:a="http://schemas.openxmlformats.org/drawingml/2006/main">
              <a:ext uri="{FF2B5EF4-FFF2-40B4-BE49-F238E27FC236}">
                <a16:creationId xmlns:a16="http://schemas.microsoft.com/office/drawing/2014/main" id="{9B5FDF47-9D1D-44CB-B53E-49970C3E066D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3481500" y="2361501"/>
            <a:ext cx="2181000" cy="63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 sz="1100">
                <a:solidFill>
                  <a:schemeClr val="accent6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 sz="1100">
                <a:solidFill>
                  <a:schemeClr val="accent6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 sz="1100">
                <a:solidFill>
                  <a:schemeClr val="accent6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 sz="1100">
                <a:solidFill>
                  <a:schemeClr val="accent6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 sz="1100">
                <a:solidFill>
                  <a:schemeClr val="accent6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 sz="1100">
                <a:solidFill>
                  <a:schemeClr val="accent6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 sz="1100">
                <a:solidFill>
                  <a:schemeClr val="accent6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 sz="1100">
                <a:solidFill>
                  <a:schemeClr val="accent6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 sz="1100">
                <a:solidFill>
                  <a:schemeClr val="accent6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136" name="Google Shape;136;p28">
            <a:extLst xmlns:a="http://schemas.openxmlformats.org/drawingml/2006/main">
              <a:ext uri="{FF2B5EF4-FFF2-40B4-BE49-F238E27FC236}">
                <a16:creationId xmlns:a16="http://schemas.microsoft.com/office/drawing/2014/main" id="{06C07843-5EA6-4980-AE42-A1EEEBA49518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768715" y="4071350"/>
            <a:ext cx="2181000" cy="63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 sz="1100">
                <a:solidFill>
                  <a:schemeClr val="accent6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 sz="1100">
                <a:solidFill>
                  <a:schemeClr val="accent6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 sz="1100">
                <a:solidFill>
                  <a:schemeClr val="accent6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 sz="1100">
                <a:solidFill>
                  <a:schemeClr val="accent6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 sz="1100">
                <a:solidFill>
                  <a:schemeClr val="accent6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 sz="1100">
                <a:solidFill>
                  <a:schemeClr val="accent6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 sz="1100">
                <a:solidFill>
                  <a:schemeClr val="accent6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 sz="1100">
                <a:solidFill>
                  <a:schemeClr val="accent6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 sz="1100">
                <a:solidFill>
                  <a:schemeClr val="accent6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137" name="Google Shape;137;p28">
            <a:extLst xmlns:a="http://schemas.openxmlformats.org/drawingml/2006/main">
              <a:ext uri="{FF2B5EF4-FFF2-40B4-BE49-F238E27FC236}">
                <a16:creationId xmlns:a16="http://schemas.microsoft.com/office/drawing/2014/main" id="{B590E4C4-C5DA-4346-975C-E5DC664502D1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3481500" y="4071350"/>
            <a:ext cx="2181000" cy="63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 sz="1100">
                <a:solidFill>
                  <a:schemeClr val="accent6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 sz="1100">
                <a:solidFill>
                  <a:schemeClr val="accent6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 sz="1100">
                <a:solidFill>
                  <a:schemeClr val="accent6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 sz="1100">
                <a:solidFill>
                  <a:schemeClr val="accent6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 sz="1100">
                <a:solidFill>
                  <a:schemeClr val="accent6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 sz="1100">
                <a:solidFill>
                  <a:schemeClr val="accent6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 sz="1100">
                <a:solidFill>
                  <a:schemeClr val="accent6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 sz="1100">
                <a:solidFill>
                  <a:schemeClr val="accent6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 sz="1100">
                <a:solidFill>
                  <a:schemeClr val="accent6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138" name="Google Shape;138;p28">
            <a:extLst xmlns:a="http://schemas.openxmlformats.org/drawingml/2006/main">
              <a:ext uri="{FF2B5EF4-FFF2-40B4-BE49-F238E27FC236}">
                <a16:creationId xmlns:a16="http://schemas.microsoft.com/office/drawing/2014/main" id="{3BA2B95A-976F-4406-9C20-AC203A231764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6194285" y="2361501"/>
            <a:ext cx="2181000" cy="63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 sz="1100">
                <a:solidFill>
                  <a:schemeClr val="accent6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 sz="1100">
                <a:solidFill>
                  <a:schemeClr val="accent6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 sz="1100">
                <a:solidFill>
                  <a:schemeClr val="accent6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 sz="1100">
                <a:solidFill>
                  <a:schemeClr val="accent6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 sz="1100">
                <a:solidFill>
                  <a:schemeClr val="accent6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 sz="1100">
                <a:solidFill>
                  <a:schemeClr val="accent6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 sz="1100">
                <a:solidFill>
                  <a:schemeClr val="accent6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 sz="1100">
                <a:solidFill>
                  <a:schemeClr val="accent6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 sz="1100">
                <a:solidFill>
                  <a:schemeClr val="accent6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139" name="Google Shape;139;p28">
            <a:extLst xmlns:a="http://schemas.openxmlformats.org/drawingml/2006/main">
              <a:ext uri="{FF2B5EF4-FFF2-40B4-BE49-F238E27FC236}">
                <a16:creationId xmlns:a16="http://schemas.microsoft.com/office/drawing/2014/main" id="{17D36CED-12E3-485A-A272-6539F859EA17}"/>
              </a:ext>
            </a:extLst>
          </p:cNvPr>
          <p:cNvSpPr>
            <a:spLocks xmlns:a="http://schemas.openxmlformats.org/drawingml/2006/main" noGrp="1"/>
          </p:cNvSpPr>
          <p:nvPr>
            <p:ph type="subTitle" idx="6"/>
          </p:nvPr>
        </p:nvSpPr>
        <p:spPr>
          <a:xfrm xmlns:a="http://schemas.openxmlformats.org/drawingml/2006/main">
            <a:off x="6194285" y="4071350"/>
            <a:ext cx="2181000" cy="63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 sz="1100">
                <a:solidFill>
                  <a:schemeClr val="accent6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 sz="1100">
                <a:solidFill>
                  <a:schemeClr val="accent6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 sz="1100">
                <a:solidFill>
                  <a:schemeClr val="accent6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 sz="1100">
                <a:solidFill>
                  <a:schemeClr val="accent6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 sz="1100">
                <a:solidFill>
                  <a:schemeClr val="accent6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 sz="1100">
                <a:solidFill>
                  <a:schemeClr val="accent6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 sz="1100">
                <a:solidFill>
                  <a:schemeClr val="accent6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 sz="1100">
                <a:solidFill>
                  <a:schemeClr val="accent6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 sz="1100">
                <a:solidFill>
                  <a:schemeClr val="accent6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140" name="Google Shape;140;p28">
            <a:extLst xmlns:a="http://schemas.openxmlformats.org/drawingml/2006/main">
              <a:ext uri="{FF2B5EF4-FFF2-40B4-BE49-F238E27FC236}">
                <a16:creationId xmlns:a16="http://schemas.microsoft.com/office/drawing/2014/main" id="{1EF2FEAC-F1CD-4A13-A8E8-5E46B5E3E096}"/>
              </a:ext>
            </a:extLst>
          </p:cNvPr>
          <p:cNvSpPr>
            <a:spLocks xmlns:a="http://schemas.openxmlformats.org/drawingml/2006/main" noGrp="1"/>
          </p:cNvSpPr>
          <p:nvPr>
            <p:ph type="subTitle" idx="7"/>
          </p:nvPr>
        </p:nvSpPr>
        <p:spPr>
          <a:xfrm xmlns:a="http://schemas.openxmlformats.org/drawingml/2006/main">
            <a:off x="769765" y="1902475"/>
            <a:ext cx="21789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>
                <a:solidFill>
                  <a:schemeClr val="dk1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>
                <a:solidFill>
                  <a:schemeClr val="dk1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>
                <a:solidFill>
                  <a:schemeClr val="dk1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>
                <a:solidFill>
                  <a:schemeClr val="dk1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>
                <a:solidFill>
                  <a:schemeClr val="dk1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>
                <a:solidFill>
                  <a:schemeClr val="dk1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>
                <a:solidFill>
                  <a:schemeClr val="dk1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>
                <a:solidFill>
                  <a:schemeClr val="dk1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141" name="Google Shape;141;p28">
            <a:extLst xmlns:a="http://schemas.openxmlformats.org/drawingml/2006/main">
              <a:ext uri="{FF2B5EF4-FFF2-40B4-BE49-F238E27FC236}">
                <a16:creationId xmlns:a16="http://schemas.microsoft.com/office/drawing/2014/main" id="{8F85904E-15B7-48D7-9428-CA668D62A71C}"/>
              </a:ext>
            </a:extLst>
          </p:cNvPr>
          <p:cNvSpPr>
            <a:spLocks xmlns:a="http://schemas.openxmlformats.org/drawingml/2006/main" noGrp="1"/>
          </p:cNvSpPr>
          <p:nvPr>
            <p:ph type="subTitle" idx="8"/>
          </p:nvPr>
        </p:nvSpPr>
        <p:spPr>
          <a:xfrm xmlns:a="http://schemas.openxmlformats.org/drawingml/2006/main">
            <a:off x="3482550" y="1902475"/>
            <a:ext cx="21789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>
                <a:solidFill>
                  <a:schemeClr val="dk1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>
                <a:solidFill>
                  <a:schemeClr val="dk1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>
                <a:solidFill>
                  <a:schemeClr val="dk1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>
                <a:solidFill>
                  <a:schemeClr val="dk1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>
                <a:solidFill>
                  <a:schemeClr val="dk1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>
                <a:solidFill>
                  <a:schemeClr val="dk1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>
                <a:solidFill>
                  <a:schemeClr val="dk1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>
                <a:solidFill>
                  <a:schemeClr val="dk1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142" name="Google Shape;142;p28">
            <a:extLst xmlns:a="http://schemas.openxmlformats.org/drawingml/2006/main">
              <a:ext uri="{FF2B5EF4-FFF2-40B4-BE49-F238E27FC236}">
                <a16:creationId xmlns:a16="http://schemas.microsoft.com/office/drawing/2014/main" id="{7CEFA56F-6A65-41D8-B212-EA35FF6E0D01}"/>
              </a:ext>
            </a:extLst>
          </p:cNvPr>
          <p:cNvSpPr>
            <a:spLocks xmlns:a="http://schemas.openxmlformats.org/drawingml/2006/main" noGrp="1"/>
          </p:cNvSpPr>
          <p:nvPr>
            <p:ph type="subTitle" idx="9"/>
          </p:nvPr>
        </p:nvSpPr>
        <p:spPr>
          <a:xfrm xmlns:a="http://schemas.openxmlformats.org/drawingml/2006/main">
            <a:off x="6195335" y="1902475"/>
            <a:ext cx="21789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>
                <a:solidFill>
                  <a:schemeClr val="dk1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>
                <a:solidFill>
                  <a:schemeClr val="dk1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>
                <a:solidFill>
                  <a:schemeClr val="dk1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>
                <a:solidFill>
                  <a:schemeClr val="dk1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>
                <a:solidFill>
                  <a:schemeClr val="dk1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>
                <a:solidFill>
                  <a:schemeClr val="dk1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>
                <a:solidFill>
                  <a:schemeClr val="dk1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>
                <a:solidFill>
                  <a:schemeClr val="dk1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143" name="Google Shape;143;p28">
            <a:extLst xmlns:a="http://schemas.openxmlformats.org/drawingml/2006/main">
              <a:ext uri="{FF2B5EF4-FFF2-40B4-BE49-F238E27FC236}">
                <a16:creationId xmlns:a16="http://schemas.microsoft.com/office/drawing/2014/main" id="{A47E3A5F-C6DA-454D-9E41-53E5FFE8F87F}"/>
              </a:ext>
            </a:extLst>
          </p:cNvPr>
          <p:cNvSpPr>
            <a:spLocks xmlns:a="http://schemas.openxmlformats.org/drawingml/2006/main" noGrp="1"/>
          </p:cNvSpPr>
          <p:nvPr>
            <p:ph type="subTitle" idx="13"/>
          </p:nvPr>
        </p:nvSpPr>
        <p:spPr>
          <a:xfrm xmlns:a="http://schemas.openxmlformats.org/drawingml/2006/main">
            <a:off x="769765" y="3612300"/>
            <a:ext cx="21789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>
                <a:solidFill>
                  <a:schemeClr val="dk1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>
                <a:solidFill>
                  <a:schemeClr val="dk1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>
                <a:solidFill>
                  <a:schemeClr val="dk1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>
                <a:solidFill>
                  <a:schemeClr val="dk1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>
                <a:solidFill>
                  <a:schemeClr val="dk1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>
                <a:solidFill>
                  <a:schemeClr val="dk1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>
                <a:solidFill>
                  <a:schemeClr val="dk1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>
                <a:solidFill>
                  <a:schemeClr val="dk1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144" name="Google Shape;144;p28">
            <a:extLst xmlns:a="http://schemas.openxmlformats.org/drawingml/2006/main">
              <a:ext uri="{FF2B5EF4-FFF2-40B4-BE49-F238E27FC236}">
                <a16:creationId xmlns:a16="http://schemas.microsoft.com/office/drawing/2014/main" id="{29344BB5-45B4-4646-A08A-79BFCB2E911C}"/>
              </a:ext>
            </a:extLst>
          </p:cNvPr>
          <p:cNvSpPr>
            <a:spLocks xmlns:a="http://schemas.openxmlformats.org/drawingml/2006/main" noGrp="1"/>
          </p:cNvSpPr>
          <p:nvPr>
            <p:ph type="subTitle" idx="14"/>
          </p:nvPr>
        </p:nvSpPr>
        <p:spPr>
          <a:xfrm xmlns:a="http://schemas.openxmlformats.org/drawingml/2006/main">
            <a:off x="3482550" y="3612300"/>
            <a:ext cx="21789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>
                <a:solidFill>
                  <a:schemeClr val="dk1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>
                <a:solidFill>
                  <a:schemeClr val="dk1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>
                <a:solidFill>
                  <a:schemeClr val="dk1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>
                <a:solidFill>
                  <a:schemeClr val="dk1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>
                <a:solidFill>
                  <a:schemeClr val="dk1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>
                <a:solidFill>
                  <a:schemeClr val="dk1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>
                <a:solidFill>
                  <a:schemeClr val="dk1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>
                <a:solidFill>
                  <a:schemeClr val="dk1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145" name="Google Shape;145;p28">
            <a:extLst xmlns:a="http://schemas.openxmlformats.org/drawingml/2006/main">
              <a:ext uri="{FF2B5EF4-FFF2-40B4-BE49-F238E27FC236}">
                <a16:creationId xmlns:a16="http://schemas.microsoft.com/office/drawing/2014/main" id="{919774D7-8B7B-4272-81DE-49A092718850}"/>
              </a:ext>
            </a:extLst>
          </p:cNvPr>
          <p:cNvSpPr>
            <a:spLocks xmlns:a="http://schemas.openxmlformats.org/drawingml/2006/main" noGrp="1"/>
          </p:cNvSpPr>
          <p:nvPr>
            <p:ph type="subTitle" idx="15"/>
          </p:nvPr>
        </p:nvSpPr>
        <p:spPr>
          <a:xfrm xmlns:a="http://schemas.openxmlformats.org/drawingml/2006/main">
            <a:off x="6195335" y="3612300"/>
            <a:ext cx="21789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>
                <a:solidFill>
                  <a:schemeClr val="dk1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>
                <a:solidFill>
                  <a:schemeClr val="dk1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>
                <a:solidFill>
                  <a:schemeClr val="dk1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>
                <a:solidFill>
                  <a:schemeClr val="dk1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>
                <a:solidFill>
                  <a:schemeClr val="dk1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>
                <a:solidFill>
                  <a:schemeClr val="dk1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>
                <a:solidFill>
                  <a:schemeClr val="dk1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>
                <a:solidFill>
                  <a:schemeClr val="dk1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pic>
        <p:nvPicPr>
          <p:cNvPr id="162" name="Google Shape;146;p2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ec0481cacb548bb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462725" y="474600"/>
            <a:ext cx="1149450" cy="2811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27.xml><?xml version="1.0" encoding="utf-8"?>
<p:sldLayout xmlns:p="http://schemas.openxmlformats.org/presentationml/2006/main" matchingName="Quote">
  <p:cSld name="BLANK_1_1">
    <p:bg>
      <p:bgPr>
        <a:solidFill xmlns:a="http://schemas.openxmlformats.org/drawingml/2006/main">
          <a:schemeClr val="lt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Google Shape;148;p2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7ba12fa45494d3e">
            <a:alphaModFix amt="30000"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-4452400" y="-5245387"/>
            <a:ext cx="18452950" cy="1563427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5" name="Google Shape;149;p2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7ba12fa45494d3e">
            <a:alphaModFix amt="20000"/>
          </a:blip>
          <a:srcRect xmlns:a="http://schemas.openxmlformats.org/drawingml/2006/main" l="-7670" t="-7760" r="7670" b="7760"/>
          <a:stretch xmlns:a="http://schemas.openxmlformats.org/drawingml/2006/main"/>
        </p:blipFill>
        <p:spPr>
          <a:xfrm xmlns:a="http://schemas.openxmlformats.org/drawingml/2006/main">
            <a:off x="-9568500" y="-2189850"/>
            <a:ext cx="18452950" cy="1563427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6" name="Google Shape;150;p2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9953606a76d46d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462725" y="474600"/>
            <a:ext cx="1149450" cy="2811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28.xml><?xml version="1.0" encoding="utf-8"?>
<p:sldLayout xmlns:p="http://schemas.openxmlformats.org/presentationml/2006/main" matchingName="Blank" type="blank">
  <p:cSld name="BLANK">
    <p:bg>
      <p:bgPr>
        <a:noFill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Google Shape;152;p3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a23bfa647e7403a">
            <a:alphaModFix amt="60000"/>
          </a:blip>
          <a:srcRect xmlns:a="http://schemas.openxmlformats.org/drawingml/2006/main" l="-7670" t="-7760" r="7670" b="7760"/>
          <a:stretch xmlns:a="http://schemas.openxmlformats.org/drawingml/2006/main"/>
        </p:blipFill>
        <p:spPr>
          <a:xfrm xmlns:a="http://schemas.openxmlformats.org/drawingml/2006/main">
            <a:off x="-1997675" y="-2850125"/>
            <a:ext cx="18452950" cy="1563427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6" name="Google Shape;153;p3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a23bfa647e7403a">
            <a:alphaModFix amt="30000"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-7567875" y="-6178025"/>
            <a:ext cx="18452950" cy="1563427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7" name="Google Shape;154;p3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a23bfa647e7403a">
            <a:alphaModFix amt="20000"/>
          </a:blip>
          <a:srcRect xmlns:a="http://schemas.openxmlformats.org/drawingml/2006/main" l="-7670" t="-7760" r="7670" b="7760"/>
          <a:stretch xmlns:a="http://schemas.openxmlformats.org/drawingml/2006/main"/>
        </p:blipFill>
        <p:spPr>
          <a:xfrm xmlns:a="http://schemas.openxmlformats.org/drawingml/2006/main">
            <a:off x="-8953325" y="-2070800"/>
            <a:ext cx="18452950" cy="1563427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8" name="Google Shape;155;p3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e0476ed999343d4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462725" y="474600"/>
            <a:ext cx="1149450" cy="2811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29.xml><?xml version="1.0" encoding="utf-8"?>
<p:sldLayout xmlns:p="http://schemas.openxmlformats.org/presentationml/2006/main" matchingName="Background">
  <p:cSld name="CUSTOM_9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Google Shape;157;p3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36d923c7c8d49e8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462725" y="474600"/>
            <a:ext cx="1149450" cy="2811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30.xml><?xml version="1.0" encoding="utf-8"?>
<p:sldLayout xmlns:p="http://schemas.openxmlformats.org/presentationml/2006/main" matchingName="Table of contents">
  <p:cSld name="BLANK_1_1_1_1_1_1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1" name="Google Shape;159;p3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e0662b947cf4957">
            <a:alphaModFix amt="50000"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-6413900" y="-4249400"/>
            <a:ext cx="15557900" cy="13181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60" name="Google Shape;160;p32">
            <a:extLst xmlns:a="http://schemas.openxmlformats.org/drawingml/2006/main">
              <a:ext uri="{FF2B5EF4-FFF2-40B4-BE49-F238E27FC236}">
                <a16:creationId xmlns:a16="http://schemas.microsoft.com/office/drawing/2014/main" id="{1152EE17-FC46-4CAF-BB36-9D074FBDA5F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00" y="445025"/>
            <a:ext cx="77040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 SemiBold"/>
              <a:buNone/>
              <a:defRPr>
                <a:solidFill>
                  <a:schemeClr val="lt2"/>
                </a:solidFill>
                <a:latin typeface="Inter Tight SemiBold"/>
                <a:ea typeface="Inter Tight SemiBold"/>
                <a:cs typeface="Inter Tight SemiBold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"/>
              <a:buNone/>
              <a:defRPr b="1">
                <a:solidFill>
                  <a:schemeClr val="lt2"/>
                </a:solidFill>
                <a:latin typeface="Inter Tight"/>
                <a:ea typeface="Inter Tight"/>
                <a:cs typeface="Inter Tight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"/>
              <a:buNone/>
              <a:defRPr b="1">
                <a:solidFill>
                  <a:schemeClr val="lt2"/>
                </a:solidFill>
                <a:latin typeface="Inter Tight"/>
                <a:ea typeface="Inter Tight"/>
                <a:cs typeface="Inter Tight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"/>
              <a:buNone/>
              <a:defRPr b="1">
                <a:solidFill>
                  <a:schemeClr val="lt2"/>
                </a:solidFill>
                <a:latin typeface="Inter Tight"/>
                <a:ea typeface="Inter Tight"/>
                <a:cs typeface="Inter Tight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"/>
              <a:buNone/>
              <a:defRPr b="1">
                <a:solidFill>
                  <a:schemeClr val="lt2"/>
                </a:solidFill>
                <a:latin typeface="Inter Tight"/>
                <a:ea typeface="Inter Tight"/>
                <a:cs typeface="Inter Tight"/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"/>
              <a:buNone/>
              <a:defRPr b="1">
                <a:solidFill>
                  <a:schemeClr val="lt2"/>
                </a:solidFill>
                <a:latin typeface="Inter Tight"/>
                <a:ea typeface="Inter Tight"/>
                <a:cs typeface="Inter Tight"/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"/>
              <a:buNone/>
              <a:defRPr b="1">
                <a:solidFill>
                  <a:schemeClr val="lt2"/>
                </a:solidFill>
                <a:latin typeface="Inter Tight"/>
                <a:ea typeface="Inter Tight"/>
                <a:cs typeface="Inter Tight"/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"/>
              <a:buNone/>
              <a:defRPr b="1">
                <a:solidFill>
                  <a:schemeClr val="lt2"/>
                </a:solidFill>
                <a:latin typeface="Inter Tight"/>
                <a:ea typeface="Inter Tight"/>
                <a:cs typeface="Inter Tight"/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"/>
              <a:buNone/>
              <a:defRPr b="1">
                <a:solidFill>
                  <a:schemeClr val="lt2"/>
                </a:solidFill>
                <a:latin typeface="Inter Tight"/>
                <a:ea typeface="Inter Tight"/>
                <a:cs typeface="Inter Tight"/>
              </a:defRPr>
            </a:lvl9pPr>
          </a:lstStyle>
          <a:p xmlns:a="http://schemas.openxmlformats.org/drawingml/2006/main"/>
        </p:txBody>
      </p:sp>
      <p:sp>
        <p:nvSpPr>
          <p:cNvPr id="161" name="Google Shape;161;p32">
            <a:extLst xmlns:a="http://schemas.openxmlformats.org/drawingml/2006/main">
              <a:ext uri="{FF2B5EF4-FFF2-40B4-BE49-F238E27FC236}">
                <a16:creationId xmlns:a16="http://schemas.microsoft.com/office/drawing/2014/main" id="{801A6D7F-8028-463B-8776-CE78CC3B87A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719975" y="2408943"/>
            <a:ext cx="23055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 xmlns:a="http://schemas.openxmlformats.org/drawingml/2006/main"/>
        </p:txBody>
      </p:sp>
      <p:sp>
        <p:nvSpPr>
          <p:cNvPr id="162" name="Google Shape;162;p32">
            <a:extLst xmlns:a="http://schemas.openxmlformats.org/drawingml/2006/main">
              <a:ext uri="{FF2B5EF4-FFF2-40B4-BE49-F238E27FC236}">
                <a16:creationId xmlns:a16="http://schemas.microsoft.com/office/drawing/2014/main" id="{75E258C7-812C-41E1-8F80-B29A84D90303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3419246" y="2408943"/>
            <a:ext cx="23055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 xmlns:a="http://schemas.openxmlformats.org/drawingml/2006/main"/>
        </p:txBody>
      </p:sp>
      <p:sp>
        <p:nvSpPr>
          <p:cNvPr id="163" name="Google Shape;163;p32">
            <a:extLst xmlns:a="http://schemas.openxmlformats.org/drawingml/2006/main">
              <a:ext uri="{FF2B5EF4-FFF2-40B4-BE49-F238E27FC236}">
                <a16:creationId xmlns:a16="http://schemas.microsoft.com/office/drawing/2014/main" id="{5D125D93-0248-4A4C-9479-2C8E83560C8A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6118524" y="2408943"/>
            <a:ext cx="23055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 xmlns:a="http://schemas.openxmlformats.org/drawingml/2006/main"/>
        </p:txBody>
      </p:sp>
      <p:sp>
        <p:nvSpPr>
          <p:cNvPr id="164" name="Google Shape;164;p32">
            <a:extLst xmlns:a="http://schemas.openxmlformats.org/drawingml/2006/main">
              <a:ext uri="{FF2B5EF4-FFF2-40B4-BE49-F238E27FC236}">
                <a16:creationId xmlns:a16="http://schemas.microsoft.com/office/drawing/2014/main" id="{F03A0AE7-790C-4D99-A983-87D9CCAE34B9}"/>
              </a:ext>
            </a:extLst>
          </p:cNvPr>
          <p:cNvSpPr>
            <a:spLocks xmlns:a="http://schemas.openxmlformats.org/drawingml/2006/main" noGrp="1"/>
          </p:cNvSpPr>
          <p:nvPr>
            <p:ph type="title" idx="4"/>
          </p:nvPr>
        </p:nvSpPr>
        <p:spPr>
          <a:xfrm xmlns:a="http://schemas.openxmlformats.org/drawingml/2006/main">
            <a:off x="719975" y="1281850"/>
            <a:ext cx="939300" cy="6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"/>
              <a:buNone/>
              <a:defRPr b="1">
                <a:solidFill>
                  <a:schemeClr val="lt2"/>
                </a:solidFill>
                <a:latin typeface="Inter Tight"/>
                <a:ea typeface="Inter Tight"/>
                <a:cs typeface="Inter Tight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"/>
              <a:buNone/>
              <a:defRPr b="1">
                <a:solidFill>
                  <a:schemeClr val="lt2"/>
                </a:solidFill>
                <a:latin typeface="Inter Tight"/>
                <a:ea typeface="Inter Tight"/>
                <a:cs typeface="Inter Tight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"/>
              <a:buNone/>
              <a:defRPr b="1">
                <a:solidFill>
                  <a:schemeClr val="lt2"/>
                </a:solidFill>
                <a:latin typeface="Inter Tight"/>
                <a:ea typeface="Inter Tight"/>
                <a:cs typeface="Inter Tight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"/>
              <a:buNone/>
              <a:defRPr b="1">
                <a:solidFill>
                  <a:schemeClr val="lt2"/>
                </a:solidFill>
                <a:latin typeface="Inter Tight"/>
                <a:ea typeface="Inter Tight"/>
                <a:cs typeface="Inter Tight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"/>
              <a:buNone/>
              <a:defRPr b="1">
                <a:solidFill>
                  <a:schemeClr val="lt2"/>
                </a:solidFill>
                <a:latin typeface="Inter Tight"/>
                <a:ea typeface="Inter Tight"/>
                <a:cs typeface="Inter Tight"/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"/>
              <a:buNone/>
              <a:defRPr b="1">
                <a:solidFill>
                  <a:schemeClr val="lt2"/>
                </a:solidFill>
                <a:latin typeface="Inter Tight"/>
                <a:ea typeface="Inter Tight"/>
                <a:cs typeface="Inter Tight"/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"/>
              <a:buNone/>
              <a:defRPr b="1">
                <a:solidFill>
                  <a:schemeClr val="lt2"/>
                </a:solidFill>
                <a:latin typeface="Inter Tight"/>
                <a:ea typeface="Inter Tight"/>
                <a:cs typeface="Inter Tight"/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"/>
              <a:buNone/>
              <a:defRPr b="1">
                <a:solidFill>
                  <a:schemeClr val="lt2"/>
                </a:solidFill>
                <a:latin typeface="Inter Tight"/>
                <a:ea typeface="Inter Tight"/>
                <a:cs typeface="Inter Tight"/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"/>
              <a:buNone/>
              <a:defRPr b="1">
                <a:solidFill>
                  <a:schemeClr val="lt2"/>
                </a:solidFill>
                <a:latin typeface="Inter Tight"/>
                <a:ea typeface="Inter Tight"/>
                <a:cs typeface="Inter Tight"/>
              </a:defRPr>
            </a:lvl9pPr>
          </a:lstStyle>
          <a:p xmlns:a="http://schemas.openxmlformats.org/drawingml/2006/main"/>
        </p:txBody>
      </p:sp>
      <p:sp>
        <p:nvSpPr>
          <p:cNvPr id="165" name="Google Shape;165;p32">
            <a:extLst xmlns:a="http://schemas.openxmlformats.org/drawingml/2006/main">
              <a:ext uri="{FF2B5EF4-FFF2-40B4-BE49-F238E27FC236}">
                <a16:creationId xmlns:a16="http://schemas.microsoft.com/office/drawing/2014/main" id="{DA3F1052-AAFB-489B-A509-95A544743064}"/>
              </a:ext>
            </a:extLst>
          </p:cNvPr>
          <p:cNvSpPr>
            <a:spLocks xmlns:a="http://schemas.openxmlformats.org/drawingml/2006/main" noGrp="1"/>
          </p:cNvSpPr>
          <p:nvPr>
            <p:ph type="title" idx="5"/>
          </p:nvPr>
        </p:nvSpPr>
        <p:spPr>
          <a:xfrm xmlns:a="http://schemas.openxmlformats.org/drawingml/2006/main">
            <a:off x="3419251" y="1281850"/>
            <a:ext cx="971100" cy="6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"/>
              <a:buNone/>
              <a:defRPr b="1">
                <a:solidFill>
                  <a:schemeClr val="lt2"/>
                </a:solidFill>
                <a:latin typeface="Inter Tight"/>
                <a:ea typeface="Inter Tight"/>
                <a:cs typeface="Inter Tight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"/>
              <a:buNone/>
              <a:defRPr b="1">
                <a:solidFill>
                  <a:schemeClr val="lt2"/>
                </a:solidFill>
                <a:latin typeface="Inter Tight"/>
                <a:ea typeface="Inter Tight"/>
                <a:cs typeface="Inter Tight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"/>
              <a:buNone/>
              <a:defRPr b="1">
                <a:solidFill>
                  <a:schemeClr val="lt2"/>
                </a:solidFill>
                <a:latin typeface="Inter Tight"/>
                <a:ea typeface="Inter Tight"/>
                <a:cs typeface="Inter Tight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"/>
              <a:buNone/>
              <a:defRPr b="1">
                <a:solidFill>
                  <a:schemeClr val="lt2"/>
                </a:solidFill>
                <a:latin typeface="Inter Tight"/>
                <a:ea typeface="Inter Tight"/>
                <a:cs typeface="Inter Tight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"/>
              <a:buNone/>
              <a:defRPr b="1">
                <a:solidFill>
                  <a:schemeClr val="lt2"/>
                </a:solidFill>
                <a:latin typeface="Inter Tight"/>
                <a:ea typeface="Inter Tight"/>
                <a:cs typeface="Inter Tight"/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"/>
              <a:buNone/>
              <a:defRPr b="1">
                <a:solidFill>
                  <a:schemeClr val="lt2"/>
                </a:solidFill>
                <a:latin typeface="Inter Tight"/>
                <a:ea typeface="Inter Tight"/>
                <a:cs typeface="Inter Tight"/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"/>
              <a:buNone/>
              <a:defRPr b="1">
                <a:solidFill>
                  <a:schemeClr val="lt2"/>
                </a:solidFill>
                <a:latin typeface="Inter Tight"/>
                <a:ea typeface="Inter Tight"/>
                <a:cs typeface="Inter Tight"/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"/>
              <a:buNone/>
              <a:defRPr b="1">
                <a:solidFill>
                  <a:schemeClr val="lt2"/>
                </a:solidFill>
                <a:latin typeface="Inter Tight"/>
                <a:ea typeface="Inter Tight"/>
                <a:cs typeface="Inter Tight"/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"/>
              <a:buNone/>
              <a:defRPr b="1">
                <a:solidFill>
                  <a:schemeClr val="lt2"/>
                </a:solidFill>
                <a:latin typeface="Inter Tight"/>
                <a:ea typeface="Inter Tight"/>
                <a:cs typeface="Inter Tight"/>
              </a:defRPr>
            </a:lvl9pPr>
          </a:lstStyle>
          <a:p xmlns:a="http://schemas.openxmlformats.org/drawingml/2006/main"/>
        </p:txBody>
      </p:sp>
      <p:sp>
        <p:nvSpPr>
          <p:cNvPr id="166" name="Google Shape;166;p32">
            <a:extLst xmlns:a="http://schemas.openxmlformats.org/drawingml/2006/main">
              <a:ext uri="{FF2B5EF4-FFF2-40B4-BE49-F238E27FC236}">
                <a16:creationId xmlns:a16="http://schemas.microsoft.com/office/drawing/2014/main" id="{0C08DB2D-0A35-4FF4-87EC-5DE4F283A167}"/>
              </a:ext>
            </a:extLst>
          </p:cNvPr>
          <p:cNvSpPr>
            <a:spLocks xmlns:a="http://schemas.openxmlformats.org/drawingml/2006/main" noGrp="1"/>
          </p:cNvSpPr>
          <p:nvPr>
            <p:ph type="title" idx="6"/>
          </p:nvPr>
        </p:nvSpPr>
        <p:spPr>
          <a:xfrm xmlns:a="http://schemas.openxmlformats.org/drawingml/2006/main">
            <a:off x="6118525" y="1281850"/>
            <a:ext cx="1145400" cy="6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"/>
              <a:buNone/>
              <a:defRPr b="1">
                <a:solidFill>
                  <a:schemeClr val="lt2"/>
                </a:solidFill>
                <a:latin typeface="Inter Tight"/>
                <a:ea typeface="Inter Tight"/>
                <a:cs typeface="Inter Tight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"/>
              <a:buNone/>
              <a:defRPr b="1">
                <a:solidFill>
                  <a:schemeClr val="lt2"/>
                </a:solidFill>
                <a:latin typeface="Inter Tight"/>
                <a:ea typeface="Inter Tight"/>
                <a:cs typeface="Inter Tight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"/>
              <a:buNone/>
              <a:defRPr b="1">
                <a:solidFill>
                  <a:schemeClr val="lt2"/>
                </a:solidFill>
                <a:latin typeface="Inter Tight"/>
                <a:ea typeface="Inter Tight"/>
                <a:cs typeface="Inter Tight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"/>
              <a:buNone/>
              <a:defRPr b="1">
                <a:solidFill>
                  <a:schemeClr val="lt2"/>
                </a:solidFill>
                <a:latin typeface="Inter Tight"/>
                <a:ea typeface="Inter Tight"/>
                <a:cs typeface="Inter Tight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"/>
              <a:buNone/>
              <a:defRPr b="1">
                <a:solidFill>
                  <a:schemeClr val="lt2"/>
                </a:solidFill>
                <a:latin typeface="Inter Tight"/>
                <a:ea typeface="Inter Tight"/>
                <a:cs typeface="Inter Tight"/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"/>
              <a:buNone/>
              <a:defRPr b="1">
                <a:solidFill>
                  <a:schemeClr val="lt2"/>
                </a:solidFill>
                <a:latin typeface="Inter Tight"/>
                <a:ea typeface="Inter Tight"/>
                <a:cs typeface="Inter Tight"/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"/>
              <a:buNone/>
              <a:defRPr b="1">
                <a:solidFill>
                  <a:schemeClr val="lt2"/>
                </a:solidFill>
                <a:latin typeface="Inter Tight"/>
                <a:ea typeface="Inter Tight"/>
                <a:cs typeface="Inter Tight"/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"/>
              <a:buNone/>
              <a:defRPr b="1">
                <a:solidFill>
                  <a:schemeClr val="lt2"/>
                </a:solidFill>
                <a:latin typeface="Inter Tight"/>
                <a:ea typeface="Inter Tight"/>
                <a:cs typeface="Inter Tight"/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"/>
              <a:buNone/>
              <a:defRPr b="1">
                <a:solidFill>
                  <a:schemeClr val="lt2"/>
                </a:solidFill>
                <a:latin typeface="Inter Tight"/>
                <a:ea typeface="Inter Tight"/>
                <a:cs typeface="Inter Tight"/>
              </a:defRPr>
            </a:lvl9pPr>
          </a:lstStyle>
          <a:p xmlns:a="http://schemas.openxmlformats.org/drawingml/2006/main"/>
        </p:txBody>
      </p:sp>
      <p:sp>
        <p:nvSpPr>
          <p:cNvPr id="167" name="Google Shape;167;p32">
            <a:extLst xmlns:a="http://schemas.openxmlformats.org/drawingml/2006/main">
              <a:ext uri="{FF2B5EF4-FFF2-40B4-BE49-F238E27FC236}">
                <a16:creationId xmlns:a16="http://schemas.microsoft.com/office/drawing/2014/main" id="{81D96469-6478-4D53-B43B-225255C53B77}"/>
              </a:ext>
            </a:extLst>
          </p:cNvPr>
          <p:cNvSpPr>
            <a:spLocks xmlns:a="http://schemas.openxmlformats.org/drawingml/2006/main" noGrp="1"/>
          </p:cNvSpPr>
          <p:nvPr>
            <p:ph type="subTitle" idx="7"/>
          </p:nvPr>
        </p:nvSpPr>
        <p:spPr>
          <a:xfrm xmlns:a="http://schemas.openxmlformats.org/drawingml/2006/main">
            <a:off x="719975" y="1952598"/>
            <a:ext cx="23055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  <a:latin typeface="Inter Tight Medium"/>
                <a:ea typeface="Inter Tight Medium"/>
                <a:cs typeface="Inter Tight Medium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b="1">
                <a:solidFill>
                  <a:schemeClr val="lt2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b="1">
                <a:solidFill>
                  <a:schemeClr val="lt2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b="1">
                <a:solidFill>
                  <a:schemeClr val="lt2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b="1">
                <a:solidFill>
                  <a:schemeClr val="lt2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b="1">
                <a:solidFill>
                  <a:schemeClr val="lt2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b="1">
                <a:solidFill>
                  <a:schemeClr val="lt2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b="1">
                <a:solidFill>
                  <a:schemeClr val="lt2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b="1">
                <a:solidFill>
                  <a:schemeClr val="lt2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168" name="Google Shape;168;p32">
            <a:extLst xmlns:a="http://schemas.openxmlformats.org/drawingml/2006/main">
              <a:ext uri="{FF2B5EF4-FFF2-40B4-BE49-F238E27FC236}">
                <a16:creationId xmlns:a16="http://schemas.microsoft.com/office/drawing/2014/main" id="{C0B358ED-3A35-486D-BEA4-3E65C0B6335E}"/>
              </a:ext>
            </a:extLst>
          </p:cNvPr>
          <p:cNvSpPr>
            <a:spLocks xmlns:a="http://schemas.openxmlformats.org/drawingml/2006/main" noGrp="1"/>
          </p:cNvSpPr>
          <p:nvPr>
            <p:ph type="subTitle" idx="8"/>
          </p:nvPr>
        </p:nvSpPr>
        <p:spPr>
          <a:xfrm xmlns:a="http://schemas.openxmlformats.org/drawingml/2006/main">
            <a:off x="3419246" y="1952598"/>
            <a:ext cx="23055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  <a:latin typeface="Inter Tight Medium"/>
                <a:ea typeface="Inter Tight Medium"/>
                <a:cs typeface="Inter Tight Medium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b="1">
                <a:solidFill>
                  <a:schemeClr val="lt2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b="1">
                <a:solidFill>
                  <a:schemeClr val="lt2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b="1">
                <a:solidFill>
                  <a:schemeClr val="lt2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b="1">
                <a:solidFill>
                  <a:schemeClr val="lt2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b="1">
                <a:solidFill>
                  <a:schemeClr val="lt2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b="1">
                <a:solidFill>
                  <a:schemeClr val="lt2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b="1">
                <a:solidFill>
                  <a:schemeClr val="lt2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b="1">
                <a:solidFill>
                  <a:schemeClr val="lt2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169" name="Google Shape;169;p32">
            <a:extLst xmlns:a="http://schemas.openxmlformats.org/drawingml/2006/main">
              <a:ext uri="{FF2B5EF4-FFF2-40B4-BE49-F238E27FC236}">
                <a16:creationId xmlns:a16="http://schemas.microsoft.com/office/drawing/2014/main" id="{ECEFA92B-493F-440F-992A-BBDCEA79F4FD}"/>
              </a:ext>
            </a:extLst>
          </p:cNvPr>
          <p:cNvSpPr>
            <a:spLocks xmlns:a="http://schemas.openxmlformats.org/drawingml/2006/main" noGrp="1"/>
          </p:cNvSpPr>
          <p:nvPr>
            <p:ph type="subTitle" idx="9"/>
          </p:nvPr>
        </p:nvSpPr>
        <p:spPr>
          <a:xfrm xmlns:a="http://schemas.openxmlformats.org/drawingml/2006/main">
            <a:off x="6118525" y="1952598"/>
            <a:ext cx="23055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  <a:latin typeface="Inter Tight Medium"/>
                <a:ea typeface="Inter Tight Medium"/>
                <a:cs typeface="Inter Tight Medium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b="1">
                <a:solidFill>
                  <a:schemeClr val="lt2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b="1">
                <a:solidFill>
                  <a:schemeClr val="lt2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b="1">
                <a:solidFill>
                  <a:schemeClr val="lt2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b="1">
                <a:solidFill>
                  <a:schemeClr val="lt2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b="1">
                <a:solidFill>
                  <a:schemeClr val="lt2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b="1">
                <a:solidFill>
                  <a:schemeClr val="lt2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b="1">
                <a:solidFill>
                  <a:schemeClr val="lt2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b="1">
                <a:solidFill>
                  <a:schemeClr val="lt2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170" name="Google Shape;170;p32">
            <a:extLst xmlns:a="http://schemas.openxmlformats.org/drawingml/2006/main">
              <a:ext uri="{FF2B5EF4-FFF2-40B4-BE49-F238E27FC236}">
                <a16:creationId xmlns:a16="http://schemas.microsoft.com/office/drawing/2014/main" id="{6B1B8CC8-200A-4678-A0C3-A96602E440AB}"/>
              </a:ext>
            </a:extLst>
          </p:cNvPr>
          <p:cNvSpPr>
            <a:spLocks xmlns:a="http://schemas.openxmlformats.org/drawingml/2006/main" noGrp="1"/>
          </p:cNvSpPr>
          <p:nvPr>
            <p:ph type="subTitle" idx="13"/>
          </p:nvPr>
        </p:nvSpPr>
        <p:spPr>
          <a:xfrm xmlns:a="http://schemas.openxmlformats.org/drawingml/2006/main">
            <a:off x="719975" y="4273618"/>
            <a:ext cx="23055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 xmlns:a="http://schemas.openxmlformats.org/drawingml/2006/main"/>
        </p:txBody>
      </p:sp>
      <p:sp>
        <p:nvSpPr>
          <p:cNvPr id="171" name="Google Shape;171;p32">
            <a:extLst xmlns:a="http://schemas.openxmlformats.org/drawingml/2006/main">
              <a:ext uri="{FF2B5EF4-FFF2-40B4-BE49-F238E27FC236}">
                <a16:creationId xmlns:a16="http://schemas.microsoft.com/office/drawing/2014/main" id="{8F90333D-AF9E-467A-8372-EC41E68E0A01}"/>
              </a:ext>
            </a:extLst>
          </p:cNvPr>
          <p:cNvSpPr>
            <a:spLocks xmlns:a="http://schemas.openxmlformats.org/drawingml/2006/main" noGrp="1"/>
          </p:cNvSpPr>
          <p:nvPr>
            <p:ph type="subTitle" idx="14"/>
          </p:nvPr>
        </p:nvSpPr>
        <p:spPr>
          <a:xfrm xmlns:a="http://schemas.openxmlformats.org/drawingml/2006/main">
            <a:off x="3419246" y="4273618"/>
            <a:ext cx="23055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 xmlns:a="http://schemas.openxmlformats.org/drawingml/2006/main"/>
        </p:txBody>
      </p:sp>
      <p:sp>
        <p:nvSpPr>
          <p:cNvPr id="172" name="Google Shape;172;p32">
            <a:extLst xmlns:a="http://schemas.openxmlformats.org/drawingml/2006/main">
              <a:ext uri="{FF2B5EF4-FFF2-40B4-BE49-F238E27FC236}">
                <a16:creationId xmlns:a16="http://schemas.microsoft.com/office/drawing/2014/main" id="{427127DC-1D95-4760-9C6F-C0A52784E3D8}"/>
              </a:ext>
            </a:extLst>
          </p:cNvPr>
          <p:cNvSpPr>
            <a:spLocks xmlns:a="http://schemas.openxmlformats.org/drawingml/2006/main" noGrp="1"/>
          </p:cNvSpPr>
          <p:nvPr>
            <p:ph type="subTitle" idx="15"/>
          </p:nvPr>
        </p:nvSpPr>
        <p:spPr>
          <a:xfrm xmlns:a="http://schemas.openxmlformats.org/drawingml/2006/main">
            <a:off x="6118524" y="4273618"/>
            <a:ext cx="23055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 xmlns:a="http://schemas.openxmlformats.org/drawingml/2006/main"/>
        </p:txBody>
      </p:sp>
      <p:sp>
        <p:nvSpPr>
          <p:cNvPr id="173" name="Google Shape;173;p32">
            <a:extLst xmlns:a="http://schemas.openxmlformats.org/drawingml/2006/main">
              <a:ext uri="{FF2B5EF4-FFF2-40B4-BE49-F238E27FC236}">
                <a16:creationId xmlns:a16="http://schemas.microsoft.com/office/drawing/2014/main" id="{DA233110-B04B-4F38-ACE7-DEBA6481034A}"/>
              </a:ext>
            </a:extLst>
          </p:cNvPr>
          <p:cNvSpPr>
            <a:spLocks xmlns:a="http://schemas.openxmlformats.org/drawingml/2006/main" noGrp="1"/>
          </p:cNvSpPr>
          <p:nvPr>
            <p:ph type="title" idx="16"/>
          </p:nvPr>
        </p:nvSpPr>
        <p:spPr>
          <a:xfrm xmlns:a="http://schemas.openxmlformats.org/drawingml/2006/main">
            <a:off x="719975" y="3146525"/>
            <a:ext cx="939300" cy="6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None/>
              <a:defRPr sz="3200">
                <a:solidFill>
                  <a:schemeClr val="lt2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None/>
              <a:defRPr sz="3200">
                <a:solidFill>
                  <a:schemeClr val="lt2"/>
                </a:solidFill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None/>
              <a:defRPr sz="3200">
                <a:solidFill>
                  <a:schemeClr val="lt2"/>
                </a:solidFill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None/>
              <a:defRPr sz="3200">
                <a:solidFill>
                  <a:schemeClr val="lt2"/>
                </a:solidFill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None/>
              <a:defRPr sz="3200">
                <a:solidFill>
                  <a:schemeClr val="lt2"/>
                </a:solidFill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None/>
              <a:defRPr sz="3200">
                <a:solidFill>
                  <a:schemeClr val="lt2"/>
                </a:solidFill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None/>
              <a:defRPr sz="3200">
                <a:solidFill>
                  <a:schemeClr val="lt2"/>
                </a:solidFill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None/>
              <a:defRPr sz="3200">
                <a:solidFill>
                  <a:schemeClr val="lt2"/>
                </a:solidFill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None/>
              <a:defRPr sz="3200">
                <a:solidFill>
                  <a:schemeClr val="lt2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174" name="Google Shape;174;p32">
            <a:extLst xmlns:a="http://schemas.openxmlformats.org/drawingml/2006/main">
              <a:ext uri="{FF2B5EF4-FFF2-40B4-BE49-F238E27FC236}">
                <a16:creationId xmlns:a16="http://schemas.microsoft.com/office/drawing/2014/main" id="{F691418F-6C1C-477E-B242-52D8D4BE7E6B}"/>
              </a:ext>
            </a:extLst>
          </p:cNvPr>
          <p:cNvSpPr>
            <a:spLocks xmlns:a="http://schemas.openxmlformats.org/drawingml/2006/main" noGrp="1"/>
          </p:cNvSpPr>
          <p:nvPr>
            <p:ph type="title" idx="17"/>
          </p:nvPr>
        </p:nvSpPr>
        <p:spPr>
          <a:xfrm xmlns:a="http://schemas.openxmlformats.org/drawingml/2006/main">
            <a:off x="3419251" y="3146525"/>
            <a:ext cx="971100" cy="6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None/>
              <a:defRPr sz="3200">
                <a:solidFill>
                  <a:schemeClr val="lt2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None/>
              <a:defRPr sz="3200">
                <a:solidFill>
                  <a:schemeClr val="lt2"/>
                </a:solidFill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None/>
              <a:defRPr sz="3200">
                <a:solidFill>
                  <a:schemeClr val="lt2"/>
                </a:solidFill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None/>
              <a:defRPr sz="3200">
                <a:solidFill>
                  <a:schemeClr val="lt2"/>
                </a:solidFill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None/>
              <a:defRPr sz="3200">
                <a:solidFill>
                  <a:schemeClr val="lt2"/>
                </a:solidFill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None/>
              <a:defRPr sz="3200">
                <a:solidFill>
                  <a:schemeClr val="lt2"/>
                </a:solidFill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None/>
              <a:defRPr sz="3200">
                <a:solidFill>
                  <a:schemeClr val="lt2"/>
                </a:solidFill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None/>
              <a:defRPr sz="3200">
                <a:solidFill>
                  <a:schemeClr val="lt2"/>
                </a:solidFill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None/>
              <a:defRPr sz="3200">
                <a:solidFill>
                  <a:schemeClr val="lt2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175" name="Google Shape;175;p32">
            <a:extLst xmlns:a="http://schemas.openxmlformats.org/drawingml/2006/main">
              <a:ext uri="{FF2B5EF4-FFF2-40B4-BE49-F238E27FC236}">
                <a16:creationId xmlns:a16="http://schemas.microsoft.com/office/drawing/2014/main" id="{D53ED280-F79A-49C6-8DBC-CAD9208633B8}"/>
              </a:ext>
            </a:extLst>
          </p:cNvPr>
          <p:cNvSpPr>
            <a:spLocks xmlns:a="http://schemas.openxmlformats.org/drawingml/2006/main" noGrp="1"/>
          </p:cNvSpPr>
          <p:nvPr>
            <p:ph type="title" idx="18"/>
          </p:nvPr>
        </p:nvSpPr>
        <p:spPr>
          <a:xfrm xmlns:a="http://schemas.openxmlformats.org/drawingml/2006/main">
            <a:off x="6118525" y="3146525"/>
            <a:ext cx="1145400" cy="6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None/>
              <a:defRPr sz="3200">
                <a:solidFill>
                  <a:schemeClr val="lt2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None/>
              <a:defRPr sz="3200">
                <a:solidFill>
                  <a:schemeClr val="lt2"/>
                </a:solidFill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None/>
              <a:defRPr sz="3200">
                <a:solidFill>
                  <a:schemeClr val="lt2"/>
                </a:solidFill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None/>
              <a:defRPr sz="3200">
                <a:solidFill>
                  <a:schemeClr val="lt2"/>
                </a:solidFill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None/>
              <a:defRPr sz="3200">
                <a:solidFill>
                  <a:schemeClr val="lt2"/>
                </a:solidFill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None/>
              <a:defRPr sz="3200">
                <a:solidFill>
                  <a:schemeClr val="lt2"/>
                </a:solidFill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None/>
              <a:defRPr sz="3200">
                <a:solidFill>
                  <a:schemeClr val="lt2"/>
                </a:solidFill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None/>
              <a:defRPr sz="3200">
                <a:solidFill>
                  <a:schemeClr val="lt2"/>
                </a:solidFill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None/>
              <a:defRPr sz="3200">
                <a:solidFill>
                  <a:schemeClr val="lt2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176" name="Google Shape;176;p32">
            <a:extLst xmlns:a="http://schemas.openxmlformats.org/drawingml/2006/main">
              <a:ext uri="{FF2B5EF4-FFF2-40B4-BE49-F238E27FC236}">
                <a16:creationId xmlns:a16="http://schemas.microsoft.com/office/drawing/2014/main" id="{548697C5-E860-40F7-9FEA-AB7E0865C9B7}"/>
              </a:ext>
            </a:extLst>
          </p:cNvPr>
          <p:cNvSpPr>
            <a:spLocks xmlns:a="http://schemas.openxmlformats.org/drawingml/2006/main" noGrp="1"/>
          </p:cNvSpPr>
          <p:nvPr>
            <p:ph type="subTitle" idx="19"/>
          </p:nvPr>
        </p:nvSpPr>
        <p:spPr>
          <a:xfrm xmlns:a="http://schemas.openxmlformats.org/drawingml/2006/main">
            <a:off x="719975" y="3817273"/>
            <a:ext cx="23055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  <a:latin typeface="Inter Tight Medium"/>
                <a:ea typeface="Inter Tight Medium"/>
                <a:cs typeface="Inter Tight Medium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b="1">
                <a:solidFill>
                  <a:schemeClr val="lt2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b="1">
                <a:solidFill>
                  <a:schemeClr val="lt2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b="1">
                <a:solidFill>
                  <a:schemeClr val="lt2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b="1">
                <a:solidFill>
                  <a:schemeClr val="lt2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b="1">
                <a:solidFill>
                  <a:schemeClr val="lt2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b="1">
                <a:solidFill>
                  <a:schemeClr val="lt2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b="1">
                <a:solidFill>
                  <a:schemeClr val="lt2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b="1">
                <a:solidFill>
                  <a:schemeClr val="lt2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177" name="Google Shape;177;p32">
            <a:extLst xmlns:a="http://schemas.openxmlformats.org/drawingml/2006/main">
              <a:ext uri="{FF2B5EF4-FFF2-40B4-BE49-F238E27FC236}">
                <a16:creationId xmlns:a16="http://schemas.microsoft.com/office/drawing/2014/main" id="{2E3BB293-E372-4F6C-AD5B-08999B7FE513}"/>
              </a:ext>
            </a:extLst>
          </p:cNvPr>
          <p:cNvSpPr>
            <a:spLocks xmlns:a="http://schemas.openxmlformats.org/drawingml/2006/main" noGrp="1"/>
          </p:cNvSpPr>
          <p:nvPr>
            <p:ph type="subTitle" idx="20"/>
          </p:nvPr>
        </p:nvSpPr>
        <p:spPr>
          <a:xfrm xmlns:a="http://schemas.openxmlformats.org/drawingml/2006/main">
            <a:off x="3419246" y="3817273"/>
            <a:ext cx="23055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  <a:latin typeface="Inter Tight Medium"/>
                <a:ea typeface="Inter Tight Medium"/>
                <a:cs typeface="Inter Tight Medium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b="1">
                <a:solidFill>
                  <a:schemeClr val="lt2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b="1">
                <a:solidFill>
                  <a:schemeClr val="lt2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b="1">
                <a:solidFill>
                  <a:schemeClr val="lt2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b="1">
                <a:solidFill>
                  <a:schemeClr val="lt2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b="1">
                <a:solidFill>
                  <a:schemeClr val="lt2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b="1">
                <a:solidFill>
                  <a:schemeClr val="lt2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b="1">
                <a:solidFill>
                  <a:schemeClr val="lt2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b="1">
                <a:solidFill>
                  <a:schemeClr val="lt2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178" name="Google Shape;178;p32">
            <a:extLst xmlns:a="http://schemas.openxmlformats.org/drawingml/2006/main">
              <a:ext uri="{FF2B5EF4-FFF2-40B4-BE49-F238E27FC236}">
                <a16:creationId xmlns:a16="http://schemas.microsoft.com/office/drawing/2014/main" id="{2A0A87D9-7095-4C04-A3E7-92670CA77E7A}"/>
              </a:ext>
            </a:extLst>
          </p:cNvPr>
          <p:cNvSpPr>
            <a:spLocks xmlns:a="http://schemas.openxmlformats.org/drawingml/2006/main" noGrp="1"/>
          </p:cNvSpPr>
          <p:nvPr>
            <p:ph type="subTitle" idx="21"/>
          </p:nvPr>
        </p:nvSpPr>
        <p:spPr>
          <a:xfrm xmlns:a="http://schemas.openxmlformats.org/drawingml/2006/main">
            <a:off x="6118525" y="3817273"/>
            <a:ext cx="23055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  <a:latin typeface="Inter Tight Medium"/>
                <a:ea typeface="Inter Tight Medium"/>
                <a:cs typeface="Inter Tight Medium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b="1">
                <a:solidFill>
                  <a:schemeClr val="lt2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b="1">
                <a:solidFill>
                  <a:schemeClr val="lt2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b="1">
                <a:solidFill>
                  <a:schemeClr val="lt2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b="1">
                <a:solidFill>
                  <a:schemeClr val="lt2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b="1">
                <a:solidFill>
                  <a:schemeClr val="lt2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b="1">
                <a:solidFill>
                  <a:schemeClr val="lt2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b="1">
                <a:solidFill>
                  <a:schemeClr val="lt2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b="1">
                <a:solidFill>
                  <a:schemeClr val="lt2"/>
                </a:solidFill>
              </a:defRPr>
            </a:lvl9pPr>
          </a:lstStyle>
          <a:p xmlns:a="http://schemas.openxmlformats.org/drawingml/2006/main"/>
        </p:txBody>
      </p:sp>
      <p:pic>
        <p:nvPicPr>
          <p:cNvPr id="201" name="Google Shape;179;p3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853c272d9d04564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462725" y="474600"/>
            <a:ext cx="1149450" cy="2811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31.xml><?xml version="1.0" encoding="utf-8"?>
<p:sldLayout xmlns:p="http://schemas.openxmlformats.org/presentationml/2006/main" matchingName="Title and text 2">
  <p:cSld name="CUSTOM_4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6" name="Google Shape;181;p3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943ea8b1b2f43ef">
            <a:alphaModFix amt="50000"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-4712375" y="1178075"/>
            <a:ext cx="20356226" cy="762287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82" name="Google Shape;182;p33">
            <a:extLst xmlns:a="http://schemas.openxmlformats.org/drawingml/2006/main">
              <a:ext uri="{FF2B5EF4-FFF2-40B4-BE49-F238E27FC236}">
                <a16:creationId xmlns:a16="http://schemas.microsoft.com/office/drawing/2014/main" id="{1A00E7B3-319C-4A5D-8CE4-5AF08B111F8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42950" y="867450"/>
            <a:ext cx="6075300" cy="60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 SemiBold"/>
              <a:buNone/>
              <a:defRPr>
                <a:solidFill>
                  <a:schemeClr val="lt2"/>
                </a:solidFill>
                <a:latin typeface="Inter Tight SemiBold"/>
                <a:ea typeface="Inter Tight SemiBold"/>
                <a:cs typeface="Inter Tight SemiBold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"/>
              <a:buNone/>
              <a:defRPr b="1">
                <a:solidFill>
                  <a:schemeClr val="lt2"/>
                </a:solidFill>
                <a:latin typeface="Inter Tight"/>
                <a:ea typeface="Inter Tight"/>
                <a:cs typeface="Inter Tight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"/>
              <a:buNone/>
              <a:defRPr b="1">
                <a:solidFill>
                  <a:schemeClr val="lt2"/>
                </a:solidFill>
                <a:latin typeface="Inter Tight"/>
                <a:ea typeface="Inter Tight"/>
                <a:cs typeface="Inter Tight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"/>
              <a:buNone/>
              <a:defRPr b="1">
                <a:solidFill>
                  <a:schemeClr val="lt2"/>
                </a:solidFill>
                <a:latin typeface="Inter Tight"/>
                <a:ea typeface="Inter Tight"/>
                <a:cs typeface="Inter Tight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"/>
              <a:buNone/>
              <a:defRPr b="1">
                <a:solidFill>
                  <a:schemeClr val="lt2"/>
                </a:solidFill>
                <a:latin typeface="Inter Tight"/>
                <a:ea typeface="Inter Tight"/>
                <a:cs typeface="Inter Tight"/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"/>
              <a:buNone/>
              <a:defRPr b="1">
                <a:solidFill>
                  <a:schemeClr val="lt2"/>
                </a:solidFill>
                <a:latin typeface="Inter Tight"/>
                <a:ea typeface="Inter Tight"/>
                <a:cs typeface="Inter Tight"/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"/>
              <a:buNone/>
              <a:defRPr b="1">
                <a:solidFill>
                  <a:schemeClr val="lt2"/>
                </a:solidFill>
                <a:latin typeface="Inter Tight"/>
                <a:ea typeface="Inter Tight"/>
                <a:cs typeface="Inter Tight"/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"/>
              <a:buNone/>
              <a:defRPr b="1">
                <a:solidFill>
                  <a:schemeClr val="lt2"/>
                </a:solidFill>
                <a:latin typeface="Inter Tight"/>
                <a:ea typeface="Inter Tight"/>
                <a:cs typeface="Inter Tight"/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"/>
              <a:buNone/>
              <a:defRPr b="1">
                <a:solidFill>
                  <a:schemeClr val="lt2"/>
                </a:solidFill>
                <a:latin typeface="Inter Tight"/>
                <a:ea typeface="Inter Tight"/>
                <a:cs typeface="Inter Tight"/>
              </a:defRPr>
            </a:lvl9pPr>
          </a:lstStyle>
          <a:p xmlns:a="http://schemas.openxmlformats.org/drawingml/2006/main"/>
        </p:txBody>
      </p:sp>
      <p:sp>
        <p:nvSpPr>
          <p:cNvPr id="183" name="Google Shape;183;p33">
            <a:extLst xmlns:a="http://schemas.openxmlformats.org/drawingml/2006/main">
              <a:ext uri="{FF2B5EF4-FFF2-40B4-BE49-F238E27FC236}">
                <a16:creationId xmlns:a16="http://schemas.microsoft.com/office/drawing/2014/main" id="{4A2DEAFD-FF9C-4C1A-8259-2D3A3C43858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742950" y="1474650"/>
            <a:ext cx="7658100" cy="2801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pic>
        <p:nvPicPr>
          <p:cNvPr id="189" name="Google Shape;184;p3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a1aacf2ca204d6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462725" y="474600"/>
            <a:ext cx="1149450" cy="2811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32.xml><?xml version="1.0" encoding="utf-8"?>
<p:sldLayout xmlns:p="http://schemas.openxmlformats.org/presentationml/2006/main" matchingName="Title and text 3">
  <p:cSld name="CUSTOM_4_1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2" name="Google Shape;186;p3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dfedcf1da004f05">
            <a:alphaModFix amt="50000"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-2958475" y="-1873575"/>
            <a:ext cx="15557900" cy="13181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87" name="Google Shape;187;p34">
            <a:extLst xmlns:a="http://schemas.openxmlformats.org/drawingml/2006/main">
              <a:ext uri="{FF2B5EF4-FFF2-40B4-BE49-F238E27FC236}">
                <a16:creationId xmlns:a16="http://schemas.microsoft.com/office/drawing/2014/main" id="{A7553B26-A767-4D21-BDB6-46FD6EAE092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356275" y="1786925"/>
            <a:ext cx="3845700" cy="113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Inter Tight SemiBold"/>
              <a:buNone/>
              <a:defRPr>
                <a:latin typeface="Inter Tight SemiBold"/>
                <a:ea typeface="Inter Tight SemiBold"/>
                <a:cs typeface="Inter Tight SemiBold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Inter Tight"/>
              <a:buNone/>
              <a:defRPr b="1">
                <a:latin typeface="Inter Tight"/>
                <a:ea typeface="Inter Tight"/>
                <a:cs typeface="Inter Tight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Inter Tight"/>
              <a:buNone/>
              <a:defRPr b="1">
                <a:latin typeface="Inter Tight"/>
                <a:ea typeface="Inter Tight"/>
                <a:cs typeface="Inter Tight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Inter Tight"/>
              <a:buNone/>
              <a:defRPr b="1">
                <a:latin typeface="Inter Tight"/>
                <a:ea typeface="Inter Tight"/>
                <a:cs typeface="Inter Tight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Inter Tight"/>
              <a:buNone/>
              <a:defRPr b="1">
                <a:latin typeface="Inter Tight"/>
                <a:ea typeface="Inter Tight"/>
                <a:cs typeface="Inter Tight"/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Inter Tight"/>
              <a:buNone/>
              <a:defRPr b="1">
                <a:latin typeface="Inter Tight"/>
                <a:ea typeface="Inter Tight"/>
                <a:cs typeface="Inter Tight"/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Inter Tight"/>
              <a:buNone/>
              <a:defRPr b="1">
                <a:latin typeface="Inter Tight"/>
                <a:ea typeface="Inter Tight"/>
                <a:cs typeface="Inter Tight"/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Inter Tight"/>
              <a:buNone/>
              <a:defRPr b="1">
                <a:latin typeface="Inter Tight"/>
                <a:ea typeface="Inter Tight"/>
                <a:cs typeface="Inter Tight"/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Inter Tight"/>
              <a:buNone/>
              <a:defRPr b="1">
                <a:latin typeface="Inter Tight"/>
                <a:ea typeface="Inter Tight"/>
                <a:cs typeface="Inter Tight"/>
              </a:defRPr>
            </a:lvl9pPr>
          </a:lstStyle>
          <a:p xmlns:a="http://schemas.openxmlformats.org/drawingml/2006/main"/>
        </p:txBody>
      </p:sp>
      <p:sp>
        <p:nvSpPr>
          <p:cNvPr id="188" name="Google Shape;188;p34">
            <a:extLst xmlns:a="http://schemas.openxmlformats.org/drawingml/2006/main">
              <a:ext uri="{FF2B5EF4-FFF2-40B4-BE49-F238E27FC236}">
                <a16:creationId xmlns:a16="http://schemas.microsoft.com/office/drawing/2014/main" id="{FD2AD069-FD8A-4E73-84E5-7864936E582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622425" y="2926375"/>
            <a:ext cx="3579600" cy="43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189" name="Google Shape;189;p34">
            <a:extLst xmlns:a="http://schemas.openxmlformats.org/drawingml/2006/main">
              <a:ext uri="{FF2B5EF4-FFF2-40B4-BE49-F238E27FC236}">
                <a16:creationId xmlns:a16="http://schemas.microsoft.com/office/drawing/2014/main" id="{9A4037F6-E86B-4B7B-A7CF-9E4F8A5AE4D0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742400" y="752700"/>
            <a:ext cx="2950200" cy="3638100"/>
          </a:xfrm>
          <a:prstGeom xmlns:a="http://schemas.openxmlformats.org/drawingml/2006/main" prst="round1Rect">
            <a:avLst>
              <a:gd name="adj" fmla="val 19383"/>
            </a:avLst>
          </a:prstGeom>
          <a:noFill xmlns:a="http://schemas.openxmlformats.org/drawingml/2006/main"/>
          <a:ln xmlns:a="http://schemas.openxmlformats.org/drawingml/2006/main">
            <a:noFill/>
          </a:ln>
        </p:spPr>
      </p:sp>
      <p:pic>
        <p:nvPicPr>
          <p:cNvPr id="196" name="Google Shape;190;p3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b9cdcc4d3d54fcc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462725" y="474600"/>
            <a:ext cx="1149450" cy="2811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33.xml><?xml version="1.0" encoding="utf-8"?>
<p:sldLayout xmlns:p="http://schemas.openxmlformats.org/presentationml/2006/main" matchingName="Title and two columns 1">
  <p:cSld name="TITLE_AND_TWO_COLUMNS_1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0" name="Google Shape;192;p3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6e019407463417b">
            <a:alphaModFix amt="50000"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-4511825" y="1178075"/>
            <a:ext cx="20356226" cy="762287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93" name="Google Shape;193;p35">
            <a:extLst xmlns:a="http://schemas.openxmlformats.org/drawingml/2006/main">
              <a:ext uri="{FF2B5EF4-FFF2-40B4-BE49-F238E27FC236}">
                <a16:creationId xmlns:a16="http://schemas.microsoft.com/office/drawing/2014/main" id="{8D85E314-F92B-4F4E-AB2E-D8EBA3E5F3D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00" y="445025"/>
            <a:ext cx="77040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 SemiBold"/>
              <a:buNone/>
              <a:defRPr>
                <a:solidFill>
                  <a:schemeClr val="lt2"/>
                </a:solidFill>
                <a:latin typeface="Inter Tight SemiBold"/>
                <a:ea typeface="Inter Tight SemiBold"/>
                <a:cs typeface="Inter Tight SemiBold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 SemiBold"/>
              <a:buNone/>
              <a:defRPr>
                <a:solidFill>
                  <a:schemeClr val="lt2"/>
                </a:solidFill>
                <a:latin typeface="Inter Tight SemiBold"/>
                <a:ea typeface="Inter Tight SemiBold"/>
                <a:cs typeface="Inter Tight SemiBold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 SemiBold"/>
              <a:buNone/>
              <a:defRPr>
                <a:solidFill>
                  <a:schemeClr val="lt2"/>
                </a:solidFill>
                <a:latin typeface="Inter Tight SemiBold"/>
                <a:ea typeface="Inter Tight SemiBold"/>
                <a:cs typeface="Inter Tight SemiBold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 SemiBold"/>
              <a:buNone/>
              <a:defRPr>
                <a:solidFill>
                  <a:schemeClr val="lt2"/>
                </a:solidFill>
                <a:latin typeface="Inter Tight SemiBold"/>
                <a:ea typeface="Inter Tight SemiBold"/>
                <a:cs typeface="Inter Tight SemiBold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 SemiBold"/>
              <a:buNone/>
              <a:defRPr>
                <a:solidFill>
                  <a:schemeClr val="lt2"/>
                </a:solidFill>
                <a:latin typeface="Inter Tight SemiBold"/>
                <a:ea typeface="Inter Tight SemiBold"/>
                <a:cs typeface="Inter Tight SemiBold"/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 SemiBold"/>
              <a:buNone/>
              <a:defRPr>
                <a:solidFill>
                  <a:schemeClr val="lt2"/>
                </a:solidFill>
                <a:latin typeface="Inter Tight SemiBold"/>
                <a:ea typeface="Inter Tight SemiBold"/>
                <a:cs typeface="Inter Tight SemiBold"/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 SemiBold"/>
              <a:buNone/>
              <a:defRPr>
                <a:solidFill>
                  <a:schemeClr val="lt2"/>
                </a:solidFill>
                <a:latin typeface="Inter Tight SemiBold"/>
                <a:ea typeface="Inter Tight SemiBold"/>
                <a:cs typeface="Inter Tight SemiBold"/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 SemiBold"/>
              <a:buNone/>
              <a:defRPr>
                <a:solidFill>
                  <a:schemeClr val="lt2"/>
                </a:solidFill>
                <a:latin typeface="Inter Tight SemiBold"/>
                <a:ea typeface="Inter Tight SemiBold"/>
                <a:cs typeface="Inter Tight SemiBold"/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 SemiBold"/>
              <a:buNone/>
              <a:defRPr>
                <a:solidFill>
                  <a:schemeClr val="lt2"/>
                </a:solidFill>
                <a:latin typeface="Inter Tight SemiBold"/>
                <a:ea typeface="Inter Tight SemiBold"/>
                <a:cs typeface="Inter Tight SemiBold"/>
              </a:defRPr>
            </a:lvl9pPr>
          </a:lstStyle>
          <a:p xmlns:a="http://schemas.openxmlformats.org/drawingml/2006/main"/>
        </p:txBody>
      </p:sp>
      <p:sp>
        <p:nvSpPr>
          <p:cNvPr id="194" name="Google Shape;194;p35">
            <a:extLst xmlns:a="http://schemas.openxmlformats.org/drawingml/2006/main">
              <a:ext uri="{FF2B5EF4-FFF2-40B4-BE49-F238E27FC236}">
                <a16:creationId xmlns:a16="http://schemas.microsoft.com/office/drawing/2014/main" id="{25E64ED6-F777-4B63-B827-E764855F25B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945300" y="3511250"/>
            <a:ext cx="28062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195" name="Google Shape;195;p35">
            <a:extLst xmlns:a="http://schemas.openxmlformats.org/drawingml/2006/main">
              <a:ext uri="{FF2B5EF4-FFF2-40B4-BE49-F238E27FC236}">
                <a16:creationId xmlns:a16="http://schemas.microsoft.com/office/drawing/2014/main" id="{7CEA401C-48F5-453F-A349-E8EAE90A81CF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1392500" y="3511250"/>
            <a:ext cx="2806200" cy="63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196" name="Google Shape;196;p35">
            <a:extLst xmlns:a="http://schemas.openxmlformats.org/drawingml/2006/main">
              <a:ext uri="{FF2B5EF4-FFF2-40B4-BE49-F238E27FC236}">
                <a16:creationId xmlns:a16="http://schemas.microsoft.com/office/drawing/2014/main" id="{74DA4550-B038-4B9B-9203-F6425848A5FE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1392488" y="2975450"/>
            <a:ext cx="28062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 b="1">
                <a:solidFill>
                  <a:schemeClr val="lt2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 b="1">
                <a:solidFill>
                  <a:schemeClr val="lt2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 b="1">
                <a:solidFill>
                  <a:schemeClr val="lt2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 b="1">
                <a:solidFill>
                  <a:schemeClr val="lt2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 b="1">
                <a:solidFill>
                  <a:schemeClr val="lt2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 b="1">
                <a:solidFill>
                  <a:schemeClr val="lt2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 b="1">
                <a:solidFill>
                  <a:schemeClr val="lt2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 b="1">
                <a:solidFill>
                  <a:schemeClr val="lt2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 b="1">
                <a:solidFill>
                  <a:schemeClr val="lt2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197" name="Google Shape;197;p35">
            <a:extLst xmlns:a="http://schemas.openxmlformats.org/drawingml/2006/main">
              <a:ext uri="{FF2B5EF4-FFF2-40B4-BE49-F238E27FC236}">
                <a16:creationId xmlns:a16="http://schemas.microsoft.com/office/drawing/2014/main" id="{24ABDF73-6D78-4C1D-8CA2-CAE038D54EF8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4945312" y="2975450"/>
            <a:ext cx="28062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 b="1">
                <a:solidFill>
                  <a:schemeClr val="lt2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 b="1">
                <a:solidFill>
                  <a:schemeClr val="lt2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 b="1">
                <a:solidFill>
                  <a:schemeClr val="lt2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 b="1">
                <a:solidFill>
                  <a:schemeClr val="lt2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 b="1">
                <a:solidFill>
                  <a:schemeClr val="lt2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 b="1">
                <a:solidFill>
                  <a:schemeClr val="lt2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 b="1">
                <a:solidFill>
                  <a:schemeClr val="lt2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 b="1">
                <a:solidFill>
                  <a:schemeClr val="lt2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 b="1">
                <a:solidFill>
                  <a:schemeClr val="lt2"/>
                </a:solidFill>
              </a:defRPr>
            </a:lvl9pPr>
          </a:lstStyle>
          <a:p xmlns:a="http://schemas.openxmlformats.org/drawingml/2006/main"/>
        </p:txBody>
      </p:sp>
      <p:pic>
        <p:nvPicPr>
          <p:cNvPr id="206" name="Google Shape;198;p3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eeb9af9e1784ef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462725" y="474600"/>
            <a:ext cx="1149450" cy="2811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34.xml><?xml version="1.0" encoding="utf-8"?>
<p:sldLayout xmlns:p="http://schemas.openxmlformats.org/presentationml/2006/main" matchingName="Title and two columns 3">
  <p:cSld name="TITLE_AND_TWO_COLUMNS_1_2">
    <p:bg>
      <p:bgPr>
        <a:solidFill xmlns:a="http://schemas.openxmlformats.org/drawingml/2006/main">
          <a:schemeClr val="lt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4" name="Google Shape;200;p3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e8de6d98fa74650">
            <a:alphaModFix amt="39000"/>
          </a:blip>
          <a:srcRect xmlns:a="http://schemas.openxmlformats.org/drawingml/2006/main" l="-7670" t="-7760" r="7670" b="7760"/>
          <a:stretch xmlns:a="http://schemas.openxmlformats.org/drawingml/2006/main"/>
        </p:blipFill>
        <p:spPr>
          <a:xfrm xmlns:a="http://schemas.openxmlformats.org/drawingml/2006/main">
            <a:off x="-1030450" y="-2204825"/>
            <a:ext cx="18452950" cy="1563427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01" name="Google Shape;201;p36">
            <a:extLst xmlns:a="http://schemas.openxmlformats.org/drawingml/2006/main">
              <a:ext uri="{FF2B5EF4-FFF2-40B4-BE49-F238E27FC236}">
                <a16:creationId xmlns:a16="http://schemas.microsoft.com/office/drawing/2014/main" id="{F6DA7512-76A9-4C61-BD79-FE8036D9709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00" y="445025"/>
            <a:ext cx="64740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 SemiBold"/>
              <a:buNone/>
              <a:defRPr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 SemiBold"/>
              <a:buNone/>
              <a:defRPr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 SemiBold"/>
              <a:buNone/>
              <a:defRPr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 SemiBold"/>
              <a:buNone/>
              <a:defRPr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 SemiBold"/>
              <a:buNone/>
              <a:defRPr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 SemiBold"/>
              <a:buNone/>
              <a:defRPr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 SemiBold"/>
              <a:buNone/>
              <a:defRPr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 SemiBold"/>
              <a:buNone/>
              <a:defRPr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 SemiBold"/>
              <a:buNone/>
              <a:defRPr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</a:defRPr>
            </a:lvl9pPr>
          </a:lstStyle>
          <a:p xmlns:a="http://schemas.openxmlformats.org/drawingml/2006/main"/>
        </p:txBody>
      </p:sp>
      <p:pic>
        <p:nvPicPr>
          <p:cNvPr id="206" name="Google Shape;202;p3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57c70e7daad4fd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462725" y="474600"/>
            <a:ext cx="1149450" cy="2811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35.xml><?xml version="1.0" encoding="utf-8"?>
<p:sldLayout xmlns:p="http://schemas.openxmlformats.org/presentationml/2006/main" matchingName="Title and three columns">
  <p:cSld name="CUSTOM_6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4" name="Google Shape;204;p3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c1fca866fa2477d">
            <a:alphaModFix amt="50000"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-4511825" y="1178075"/>
            <a:ext cx="20356226" cy="762287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05" name="Google Shape;205;p37">
            <a:extLst xmlns:a="http://schemas.openxmlformats.org/drawingml/2006/main">
              <a:ext uri="{FF2B5EF4-FFF2-40B4-BE49-F238E27FC236}">
                <a16:creationId xmlns:a16="http://schemas.microsoft.com/office/drawing/2014/main" id="{7E979A0F-3C30-468E-A1BB-A68B1C67D80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00" y="445025"/>
            <a:ext cx="77040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 SemiBold"/>
              <a:buNone/>
              <a:defRPr>
                <a:solidFill>
                  <a:schemeClr val="lt2"/>
                </a:solidFill>
                <a:latin typeface="Inter Tight SemiBold"/>
                <a:ea typeface="Inter Tight SemiBold"/>
                <a:cs typeface="Inter Tight SemiBold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 SemiBold"/>
              <a:buNone/>
              <a:defRPr>
                <a:solidFill>
                  <a:schemeClr val="lt2"/>
                </a:solidFill>
                <a:latin typeface="Inter Tight SemiBold"/>
                <a:ea typeface="Inter Tight SemiBold"/>
                <a:cs typeface="Inter Tight SemiBold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 SemiBold"/>
              <a:buNone/>
              <a:defRPr>
                <a:solidFill>
                  <a:schemeClr val="lt2"/>
                </a:solidFill>
                <a:latin typeface="Inter Tight SemiBold"/>
                <a:ea typeface="Inter Tight SemiBold"/>
                <a:cs typeface="Inter Tight SemiBold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 SemiBold"/>
              <a:buNone/>
              <a:defRPr>
                <a:solidFill>
                  <a:schemeClr val="lt2"/>
                </a:solidFill>
                <a:latin typeface="Inter Tight SemiBold"/>
                <a:ea typeface="Inter Tight SemiBold"/>
                <a:cs typeface="Inter Tight SemiBold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 SemiBold"/>
              <a:buNone/>
              <a:defRPr>
                <a:solidFill>
                  <a:schemeClr val="lt2"/>
                </a:solidFill>
                <a:latin typeface="Inter Tight SemiBold"/>
                <a:ea typeface="Inter Tight SemiBold"/>
                <a:cs typeface="Inter Tight SemiBold"/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 SemiBold"/>
              <a:buNone/>
              <a:defRPr>
                <a:solidFill>
                  <a:schemeClr val="lt2"/>
                </a:solidFill>
                <a:latin typeface="Inter Tight SemiBold"/>
                <a:ea typeface="Inter Tight SemiBold"/>
                <a:cs typeface="Inter Tight SemiBold"/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 SemiBold"/>
              <a:buNone/>
              <a:defRPr>
                <a:solidFill>
                  <a:schemeClr val="lt2"/>
                </a:solidFill>
                <a:latin typeface="Inter Tight SemiBold"/>
                <a:ea typeface="Inter Tight SemiBold"/>
                <a:cs typeface="Inter Tight SemiBold"/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 SemiBold"/>
              <a:buNone/>
              <a:defRPr>
                <a:solidFill>
                  <a:schemeClr val="lt2"/>
                </a:solidFill>
                <a:latin typeface="Inter Tight SemiBold"/>
                <a:ea typeface="Inter Tight SemiBold"/>
                <a:cs typeface="Inter Tight SemiBold"/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 SemiBold"/>
              <a:buNone/>
              <a:defRPr>
                <a:solidFill>
                  <a:schemeClr val="lt2"/>
                </a:solidFill>
                <a:latin typeface="Inter Tight SemiBold"/>
                <a:ea typeface="Inter Tight SemiBold"/>
                <a:cs typeface="Inter Tight SemiBold"/>
              </a:defRPr>
            </a:lvl9pPr>
          </a:lstStyle>
          <a:p xmlns:a="http://schemas.openxmlformats.org/drawingml/2006/main"/>
        </p:txBody>
      </p:sp>
      <p:sp>
        <p:nvSpPr>
          <p:cNvPr id="206" name="Google Shape;206;p37">
            <a:extLst xmlns:a="http://schemas.openxmlformats.org/drawingml/2006/main">
              <a:ext uri="{FF2B5EF4-FFF2-40B4-BE49-F238E27FC236}">
                <a16:creationId xmlns:a16="http://schemas.microsoft.com/office/drawing/2014/main" id="{167DF68E-046F-4C2B-856D-78F76294FF0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768715" y="2879751"/>
            <a:ext cx="2181000" cy="63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sz="1100">
                <a:solidFill>
                  <a:schemeClr val="accent1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sz="1100">
                <a:solidFill>
                  <a:schemeClr val="accent1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sz="1100">
                <a:solidFill>
                  <a:schemeClr val="accent1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sz="1100">
                <a:solidFill>
                  <a:schemeClr val="accent1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sz="1100">
                <a:solidFill>
                  <a:schemeClr val="accent1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sz="1100">
                <a:solidFill>
                  <a:schemeClr val="accent1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sz="1100">
                <a:solidFill>
                  <a:schemeClr val="accent1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sz="1100">
                <a:solidFill>
                  <a:schemeClr val="accent1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sz="1100">
                <a:solidFill>
                  <a:schemeClr val="accent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207" name="Google Shape;207;p37">
            <a:extLst xmlns:a="http://schemas.openxmlformats.org/drawingml/2006/main">
              <a:ext uri="{FF2B5EF4-FFF2-40B4-BE49-F238E27FC236}">
                <a16:creationId xmlns:a16="http://schemas.microsoft.com/office/drawing/2014/main" id="{51ECB704-B780-4DC7-BB81-BF5462992E23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3481500" y="2879751"/>
            <a:ext cx="2181000" cy="63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sz="1100">
                <a:solidFill>
                  <a:schemeClr val="accent1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sz="1100">
                <a:solidFill>
                  <a:schemeClr val="accent1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sz="1100">
                <a:solidFill>
                  <a:schemeClr val="accent1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sz="1100">
                <a:solidFill>
                  <a:schemeClr val="accent1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sz="1100">
                <a:solidFill>
                  <a:schemeClr val="accent1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sz="1100">
                <a:solidFill>
                  <a:schemeClr val="accent1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sz="1100">
                <a:solidFill>
                  <a:schemeClr val="accent1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sz="1100">
                <a:solidFill>
                  <a:schemeClr val="accent1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sz="1100">
                <a:solidFill>
                  <a:schemeClr val="accent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208" name="Google Shape;208;p37">
            <a:extLst xmlns:a="http://schemas.openxmlformats.org/drawingml/2006/main">
              <a:ext uri="{FF2B5EF4-FFF2-40B4-BE49-F238E27FC236}">
                <a16:creationId xmlns:a16="http://schemas.microsoft.com/office/drawing/2014/main" id="{44D15E9C-5EB0-4D1F-957A-4E9D664957A9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6194285" y="2879751"/>
            <a:ext cx="2181000" cy="63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sz="1100">
                <a:solidFill>
                  <a:schemeClr val="accent1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sz="1100">
                <a:solidFill>
                  <a:schemeClr val="accent1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sz="1100">
                <a:solidFill>
                  <a:schemeClr val="accent1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sz="1100">
                <a:solidFill>
                  <a:schemeClr val="accent1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sz="1100">
                <a:solidFill>
                  <a:schemeClr val="accent1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sz="1100">
                <a:solidFill>
                  <a:schemeClr val="accent1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sz="1100">
                <a:solidFill>
                  <a:schemeClr val="accent1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sz="1100">
                <a:solidFill>
                  <a:schemeClr val="accent1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sz="1100">
                <a:solidFill>
                  <a:schemeClr val="accent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209" name="Google Shape;209;p37">
            <a:extLst xmlns:a="http://schemas.openxmlformats.org/drawingml/2006/main">
              <a:ext uri="{FF2B5EF4-FFF2-40B4-BE49-F238E27FC236}">
                <a16:creationId xmlns:a16="http://schemas.microsoft.com/office/drawing/2014/main" id="{FC668A2E-2244-4F90-8828-CECD02AD1A28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769765" y="2420725"/>
            <a:ext cx="21789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 b="1">
                <a:solidFill>
                  <a:schemeClr val="lt2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 b="1">
                <a:solidFill>
                  <a:schemeClr val="lt2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 b="1">
                <a:solidFill>
                  <a:schemeClr val="lt2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 b="1">
                <a:solidFill>
                  <a:schemeClr val="lt2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 b="1">
                <a:solidFill>
                  <a:schemeClr val="lt2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 b="1">
                <a:solidFill>
                  <a:schemeClr val="lt2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 b="1">
                <a:solidFill>
                  <a:schemeClr val="lt2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 b="1">
                <a:solidFill>
                  <a:schemeClr val="lt2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 b="1">
                <a:solidFill>
                  <a:schemeClr val="lt2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210" name="Google Shape;210;p37">
            <a:extLst xmlns:a="http://schemas.openxmlformats.org/drawingml/2006/main">
              <a:ext uri="{FF2B5EF4-FFF2-40B4-BE49-F238E27FC236}">
                <a16:creationId xmlns:a16="http://schemas.microsoft.com/office/drawing/2014/main" id="{5B4B9595-CC6C-421F-BECD-990381C47E21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3482550" y="2420725"/>
            <a:ext cx="21789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 b="1">
                <a:solidFill>
                  <a:schemeClr val="lt2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 b="1">
                <a:solidFill>
                  <a:schemeClr val="lt2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 b="1">
                <a:solidFill>
                  <a:schemeClr val="lt2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 b="1">
                <a:solidFill>
                  <a:schemeClr val="lt2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 b="1">
                <a:solidFill>
                  <a:schemeClr val="lt2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 b="1">
                <a:solidFill>
                  <a:schemeClr val="lt2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 b="1">
                <a:solidFill>
                  <a:schemeClr val="lt2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 b="1">
                <a:solidFill>
                  <a:schemeClr val="lt2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 b="1">
                <a:solidFill>
                  <a:schemeClr val="lt2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211" name="Google Shape;211;p37">
            <a:extLst xmlns:a="http://schemas.openxmlformats.org/drawingml/2006/main">
              <a:ext uri="{FF2B5EF4-FFF2-40B4-BE49-F238E27FC236}">
                <a16:creationId xmlns:a16="http://schemas.microsoft.com/office/drawing/2014/main" id="{9DC4F4BD-7C7B-464D-8834-2805EBA6EEFA}"/>
              </a:ext>
            </a:extLst>
          </p:cNvPr>
          <p:cNvSpPr>
            <a:spLocks xmlns:a="http://schemas.openxmlformats.org/drawingml/2006/main" noGrp="1"/>
          </p:cNvSpPr>
          <p:nvPr>
            <p:ph type="subTitle" idx="6"/>
          </p:nvPr>
        </p:nvSpPr>
        <p:spPr>
          <a:xfrm xmlns:a="http://schemas.openxmlformats.org/drawingml/2006/main">
            <a:off x="6195335" y="2420725"/>
            <a:ext cx="21789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 b="1">
                <a:solidFill>
                  <a:schemeClr val="lt2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 b="1">
                <a:solidFill>
                  <a:schemeClr val="lt2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 b="1">
                <a:solidFill>
                  <a:schemeClr val="lt2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 b="1">
                <a:solidFill>
                  <a:schemeClr val="lt2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 b="1">
                <a:solidFill>
                  <a:schemeClr val="lt2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 b="1">
                <a:solidFill>
                  <a:schemeClr val="lt2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 b="1">
                <a:solidFill>
                  <a:schemeClr val="lt2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 b="1">
                <a:solidFill>
                  <a:schemeClr val="lt2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 b="1">
                <a:solidFill>
                  <a:schemeClr val="lt2"/>
                </a:solidFill>
              </a:defRPr>
            </a:lvl9pPr>
          </a:lstStyle>
          <a:p xmlns:a="http://schemas.openxmlformats.org/drawingml/2006/main"/>
        </p:txBody>
      </p:sp>
      <p:pic>
        <p:nvPicPr>
          <p:cNvPr id="222" name="Google Shape;212;p3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0085c0c39f3403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462725" y="474600"/>
            <a:ext cx="1149450" cy="2811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36.xml><?xml version="1.0" encoding="utf-8"?>
<p:sldLayout xmlns:p="http://schemas.openxmlformats.org/presentationml/2006/main" matchingName="Title and three columns 1">
  <p:cSld name="CUSTOM_6_1">
    <p:bg>
      <p:bgPr>
        <a:solidFill xmlns:a="http://schemas.openxmlformats.org/drawingml/2006/main">
          <a:schemeClr val="lt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3" name="Google Shape;214;p3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09a26d196c345de">
            <a:alphaModFix amt="39000"/>
          </a:blip>
          <a:srcRect xmlns:a="http://schemas.openxmlformats.org/drawingml/2006/main" l="-7670" t="-7760" r="7670" b="7760"/>
          <a:stretch xmlns:a="http://schemas.openxmlformats.org/drawingml/2006/main"/>
        </p:blipFill>
        <p:spPr>
          <a:xfrm xmlns:a="http://schemas.openxmlformats.org/drawingml/2006/main">
            <a:off x="-10864375" y="445025"/>
            <a:ext cx="26254776" cy="870072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15" name="Google Shape;215;p38">
            <a:extLst xmlns:a="http://schemas.openxmlformats.org/drawingml/2006/main">
              <a:ext uri="{FF2B5EF4-FFF2-40B4-BE49-F238E27FC236}">
                <a16:creationId xmlns:a16="http://schemas.microsoft.com/office/drawing/2014/main" id="{16995F6C-D83B-4BE1-9A2F-16044B6A70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00" y="445025"/>
            <a:ext cx="77040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 SemiBold"/>
              <a:buNone/>
              <a:defRPr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 SemiBold"/>
              <a:buNone/>
              <a:defRPr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 SemiBold"/>
              <a:buNone/>
              <a:defRPr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 SemiBold"/>
              <a:buNone/>
              <a:defRPr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 SemiBold"/>
              <a:buNone/>
              <a:defRPr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 SemiBold"/>
              <a:buNone/>
              <a:defRPr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 SemiBold"/>
              <a:buNone/>
              <a:defRPr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 SemiBold"/>
              <a:buNone/>
              <a:defRPr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 SemiBold"/>
              <a:buNone/>
              <a:defRPr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</a:defRPr>
            </a:lvl9pPr>
          </a:lstStyle>
          <a:p xmlns:a="http://schemas.openxmlformats.org/drawingml/2006/main"/>
        </p:txBody>
      </p:sp>
      <p:sp>
        <p:nvSpPr>
          <p:cNvPr id="216" name="Google Shape;216;p38">
            <a:extLst xmlns:a="http://schemas.openxmlformats.org/drawingml/2006/main">
              <a:ext uri="{FF2B5EF4-FFF2-40B4-BE49-F238E27FC236}">
                <a16:creationId xmlns:a16="http://schemas.microsoft.com/office/drawing/2014/main" id="{8E167409-1504-491A-B33B-2571F473033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768715" y="3489351"/>
            <a:ext cx="2181000" cy="63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217" name="Google Shape;217;p38">
            <a:extLst xmlns:a="http://schemas.openxmlformats.org/drawingml/2006/main">
              <a:ext uri="{FF2B5EF4-FFF2-40B4-BE49-F238E27FC236}">
                <a16:creationId xmlns:a16="http://schemas.microsoft.com/office/drawing/2014/main" id="{571AECEC-E5DC-47AA-9AF4-2F2DC6DE98A5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3481500" y="3489351"/>
            <a:ext cx="2181000" cy="63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218" name="Google Shape;218;p38">
            <a:extLst xmlns:a="http://schemas.openxmlformats.org/drawingml/2006/main">
              <a:ext uri="{FF2B5EF4-FFF2-40B4-BE49-F238E27FC236}">
                <a16:creationId xmlns:a16="http://schemas.microsoft.com/office/drawing/2014/main" id="{09EE7EEF-C050-488F-A0D8-9D0B51923AF7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6194285" y="3489351"/>
            <a:ext cx="2181000" cy="63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219" name="Google Shape;219;p38">
            <a:extLst xmlns:a="http://schemas.openxmlformats.org/drawingml/2006/main">
              <a:ext uri="{FF2B5EF4-FFF2-40B4-BE49-F238E27FC236}">
                <a16:creationId xmlns:a16="http://schemas.microsoft.com/office/drawing/2014/main" id="{4DDA0725-6468-4AB5-BF9A-9362E0D021E3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769765" y="3030325"/>
            <a:ext cx="21789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>
                <a:solidFill>
                  <a:schemeClr val="dk1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>
                <a:solidFill>
                  <a:schemeClr val="dk1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>
                <a:solidFill>
                  <a:schemeClr val="dk1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>
                <a:solidFill>
                  <a:schemeClr val="dk1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>
                <a:solidFill>
                  <a:schemeClr val="dk1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>
                <a:solidFill>
                  <a:schemeClr val="dk1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>
                <a:solidFill>
                  <a:schemeClr val="dk1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>
                <a:solidFill>
                  <a:schemeClr val="dk1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220" name="Google Shape;220;p38">
            <a:extLst xmlns:a="http://schemas.openxmlformats.org/drawingml/2006/main">
              <a:ext uri="{FF2B5EF4-FFF2-40B4-BE49-F238E27FC236}">
                <a16:creationId xmlns:a16="http://schemas.microsoft.com/office/drawing/2014/main" id="{3BD3A013-CD33-4DBA-80F3-2F3EBA2EF4FA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3482550" y="3030325"/>
            <a:ext cx="21789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>
                <a:solidFill>
                  <a:schemeClr val="dk1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>
                <a:solidFill>
                  <a:schemeClr val="dk1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>
                <a:solidFill>
                  <a:schemeClr val="dk1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>
                <a:solidFill>
                  <a:schemeClr val="dk1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>
                <a:solidFill>
                  <a:schemeClr val="dk1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>
                <a:solidFill>
                  <a:schemeClr val="dk1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>
                <a:solidFill>
                  <a:schemeClr val="dk1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>
                <a:solidFill>
                  <a:schemeClr val="dk1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221" name="Google Shape;221;p38">
            <a:extLst xmlns:a="http://schemas.openxmlformats.org/drawingml/2006/main">
              <a:ext uri="{FF2B5EF4-FFF2-40B4-BE49-F238E27FC236}">
                <a16:creationId xmlns:a16="http://schemas.microsoft.com/office/drawing/2014/main" id="{1D094662-436A-4C0A-B7E6-C5E8AA112520}"/>
              </a:ext>
            </a:extLst>
          </p:cNvPr>
          <p:cNvSpPr>
            <a:spLocks xmlns:a="http://schemas.openxmlformats.org/drawingml/2006/main" noGrp="1"/>
          </p:cNvSpPr>
          <p:nvPr>
            <p:ph type="subTitle" idx="6"/>
          </p:nvPr>
        </p:nvSpPr>
        <p:spPr>
          <a:xfrm xmlns:a="http://schemas.openxmlformats.org/drawingml/2006/main">
            <a:off x="6195335" y="3030325"/>
            <a:ext cx="21789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>
                <a:solidFill>
                  <a:schemeClr val="dk1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>
                <a:solidFill>
                  <a:schemeClr val="dk1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>
                <a:solidFill>
                  <a:schemeClr val="dk1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>
                <a:solidFill>
                  <a:schemeClr val="dk1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>
                <a:solidFill>
                  <a:schemeClr val="dk1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>
                <a:solidFill>
                  <a:schemeClr val="dk1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>
                <a:solidFill>
                  <a:schemeClr val="dk1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>
                <a:solidFill>
                  <a:schemeClr val="dk1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7.xml><?xml version="1.0" encoding="utf-8"?>
<p:sldLayout xmlns:p="http://schemas.openxmlformats.org/presentationml/2006/main" matchingName="Title and four columns">
  <p:cSld name="CUSTOM_5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9" name="Google Shape;223;p3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6c83dcbe0ec420e">
            <a:alphaModFix amt="50000"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-2875700" y="-2011100"/>
            <a:ext cx="15557900" cy="5420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24" name="Google Shape;224;p39">
            <a:extLst xmlns:a="http://schemas.openxmlformats.org/drawingml/2006/main">
              <a:ext uri="{FF2B5EF4-FFF2-40B4-BE49-F238E27FC236}">
                <a16:creationId xmlns:a16="http://schemas.microsoft.com/office/drawing/2014/main" id="{856F0114-9508-4D4D-8F07-585E30AECE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46825" y="412550"/>
            <a:ext cx="77040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 SemiBold"/>
              <a:buNone/>
              <a:defRPr>
                <a:solidFill>
                  <a:schemeClr val="lt2"/>
                </a:solidFill>
                <a:latin typeface="Inter Tight SemiBold"/>
                <a:ea typeface="Inter Tight SemiBold"/>
                <a:cs typeface="Inter Tight SemiBold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 SemiBold"/>
              <a:buNone/>
              <a:defRPr>
                <a:solidFill>
                  <a:schemeClr val="lt2"/>
                </a:solidFill>
                <a:latin typeface="Inter Tight SemiBold"/>
                <a:ea typeface="Inter Tight SemiBold"/>
                <a:cs typeface="Inter Tight SemiBold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 SemiBold"/>
              <a:buNone/>
              <a:defRPr>
                <a:solidFill>
                  <a:schemeClr val="lt2"/>
                </a:solidFill>
                <a:latin typeface="Inter Tight SemiBold"/>
                <a:ea typeface="Inter Tight SemiBold"/>
                <a:cs typeface="Inter Tight SemiBold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 SemiBold"/>
              <a:buNone/>
              <a:defRPr>
                <a:solidFill>
                  <a:schemeClr val="lt2"/>
                </a:solidFill>
                <a:latin typeface="Inter Tight SemiBold"/>
                <a:ea typeface="Inter Tight SemiBold"/>
                <a:cs typeface="Inter Tight SemiBold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 SemiBold"/>
              <a:buNone/>
              <a:defRPr>
                <a:solidFill>
                  <a:schemeClr val="lt2"/>
                </a:solidFill>
                <a:latin typeface="Inter Tight SemiBold"/>
                <a:ea typeface="Inter Tight SemiBold"/>
                <a:cs typeface="Inter Tight SemiBold"/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 SemiBold"/>
              <a:buNone/>
              <a:defRPr>
                <a:solidFill>
                  <a:schemeClr val="lt2"/>
                </a:solidFill>
                <a:latin typeface="Inter Tight SemiBold"/>
                <a:ea typeface="Inter Tight SemiBold"/>
                <a:cs typeface="Inter Tight SemiBold"/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 SemiBold"/>
              <a:buNone/>
              <a:defRPr>
                <a:solidFill>
                  <a:schemeClr val="lt2"/>
                </a:solidFill>
                <a:latin typeface="Inter Tight SemiBold"/>
                <a:ea typeface="Inter Tight SemiBold"/>
                <a:cs typeface="Inter Tight SemiBold"/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 SemiBold"/>
              <a:buNone/>
              <a:defRPr>
                <a:solidFill>
                  <a:schemeClr val="lt2"/>
                </a:solidFill>
                <a:latin typeface="Inter Tight SemiBold"/>
                <a:ea typeface="Inter Tight SemiBold"/>
                <a:cs typeface="Inter Tight SemiBold"/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 SemiBold"/>
              <a:buNone/>
              <a:defRPr>
                <a:solidFill>
                  <a:schemeClr val="lt2"/>
                </a:solidFill>
                <a:latin typeface="Inter Tight SemiBold"/>
                <a:ea typeface="Inter Tight SemiBold"/>
                <a:cs typeface="Inter Tight SemiBold"/>
              </a:defRPr>
            </a:lvl9pPr>
          </a:lstStyle>
          <a:p xmlns:a="http://schemas.openxmlformats.org/drawingml/2006/main"/>
        </p:txBody>
      </p:sp>
      <p:sp>
        <p:nvSpPr>
          <p:cNvPr id="225" name="Google Shape;225;p39">
            <a:extLst xmlns:a="http://schemas.openxmlformats.org/drawingml/2006/main">
              <a:ext uri="{FF2B5EF4-FFF2-40B4-BE49-F238E27FC236}">
                <a16:creationId xmlns:a16="http://schemas.microsoft.com/office/drawing/2014/main" id="{A3DE3C37-D42F-48FC-8923-0C475071BB3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872600" y="2329913"/>
            <a:ext cx="4476600" cy="403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226" name="Google Shape;226;p39">
            <a:extLst xmlns:a="http://schemas.openxmlformats.org/drawingml/2006/main">
              <a:ext uri="{FF2B5EF4-FFF2-40B4-BE49-F238E27FC236}">
                <a16:creationId xmlns:a16="http://schemas.microsoft.com/office/drawing/2014/main" id="{9044A330-CB96-4DB1-9AAD-0E9549E77B2E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872600" y="1954338"/>
            <a:ext cx="4476600" cy="4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1">
                <a:solidFill>
                  <a:schemeClr val="lt2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 b="1">
                <a:solidFill>
                  <a:schemeClr val="lt2"/>
                </a:solidFill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 b="1">
                <a:solidFill>
                  <a:schemeClr val="lt2"/>
                </a:solidFill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 b="1">
                <a:solidFill>
                  <a:schemeClr val="lt2"/>
                </a:solidFill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 b="1">
                <a:solidFill>
                  <a:schemeClr val="lt2"/>
                </a:solidFill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 b="1">
                <a:solidFill>
                  <a:schemeClr val="lt2"/>
                </a:solidFill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 b="1">
                <a:solidFill>
                  <a:schemeClr val="lt2"/>
                </a:solidFill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 b="1">
                <a:solidFill>
                  <a:schemeClr val="lt2"/>
                </a:solidFill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 b="1">
                <a:solidFill>
                  <a:schemeClr val="lt2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227" name="Google Shape;227;p39">
            <a:extLst xmlns:a="http://schemas.openxmlformats.org/drawingml/2006/main">
              <a:ext uri="{FF2B5EF4-FFF2-40B4-BE49-F238E27FC236}">
                <a16:creationId xmlns:a16="http://schemas.microsoft.com/office/drawing/2014/main" id="{1FE49D97-5D31-45FE-8C0B-D1A444600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50" y="2080475"/>
            <a:ext cx="71400" cy="527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A5D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Inter Tight"/>
              <a:ea typeface="Inter Tight"/>
              <a:cs typeface="Inter Tight"/>
            </a:endParaRPr>
          </a:p>
        </p:txBody>
      </p:sp>
      <p:sp>
        <p:nvSpPr>
          <p:cNvPr id="228" name="Google Shape;228;p39">
            <a:extLst xmlns:a="http://schemas.openxmlformats.org/drawingml/2006/main">
              <a:ext uri="{FF2B5EF4-FFF2-40B4-BE49-F238E27FC236}">
                <a16:creationId xmlns:a16="http://schemas.microsoft.com/office/drawing/2014/main" id="{587D61FC-C081-4B5B-942C-2912735E3ED5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872600" y="3326563"/>
            <a:ext cx="4476600" cy="403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229" name="Google Shape;229;p39">
            <a:extLst xmlns:a="http://schemas.openxmlformats.org/drawingml/2006/main">
              <a:ext uri="{FF2B5EF4-FFF2-40B4-BE49-F238E27FC236}">
                <a16:creationId xmlns:a16="http://schemas.microsoft.com/office/drawing/2014/main" id="{4583B153-CC95-4C2E-BA84-CB1D10C46B95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872600" y="2950988"/>
            <a:ext cx="4476600" cy="4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1">
                <a:solidFill>
                  <a:schemeClr val="lt2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 b="1">
                <a:solidFill>
                  <a:schemeClr val="lt2"/>
                </a:solidFill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 b="1">
                <a:solidFill>
                  <a:schemeClr val="lt2"/>
                </a:solidFill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 b="1">
                <a:solidFill>
                  <a:schemeClr val="lt2"/>
                </a:solidFill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 b="1">
                <a:solidFill>
                  <a:schemeClr val="lt2"/>
                </a:solidFill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 b="1">
                <a:solidFill>
                  <a:schemeClr val="lt2"/>
                </a:solidFill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 b="1">
                <a:solidFill>
                  <a:schemeClr val="lt2"/>
                </a:solidFill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 b="1">
                <a:solidFill>
                  <a:schemeClr val="lt2"/>
                </a:solidFill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 b="1">
                <a:solidFill>
                  <a:schemeClr val="lt2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230" name="Google Shape;230;p39">
            <a:extLst xmlns:a="http://schemas.openxmlformats.org/drawingml/2006/main">
              <a:ext uri="{FF2B5EF4-FFF2-40B4-BE49-F238E27FC236}">
                <a16:creationId xmlns:a16="http://schemas.microsoft.com/office/drawing/2014/main" id="{3DA27678-F542-4D35-A883-A91CDFDA7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50" y="3077125"/>
            <a:ext cx="71400" cy="527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A5D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Inter Tight"/>
              <a:ea typeface="Inter Tight"/>
              <a:cs typeface="Inter Tight"/>
            </a:endParaRPr>
          </a:p>
        </p:txBody>
      </p:sp>
      <p:sp>
        <p:nvSpPr>
          <p:cNvPr id="231" name="Google Shape;231;p39">
            <a:extLst xmlns:a="http://schemas.openxmlformats.org/drawingml/2006/main">
              <a:ext uri="{FF2B5EF4-FFF2-40B4-BE49-F238E27FC236}">
                <a16:creationId xmlns:a16="http://schemas.microsoft.com/office/drawing/2014/main" id="{0C9F99DA-E599-4F0E-8025-59CE59062A85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4856650" y="2329925"/>
            <a:ext cx="3361800" cy="403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232" name="Google Shape;232;p39">
            <a:extLst xmlns:a="http://schemas.openxmlformats.org/drawingml/2006/main">
              <a:ext uri="{FF2B5EF4-FFF2-40B4-BE49-F238E27FC236}">
                <a16:creationId xmlns:a16="http://schemas.microsoft.com/office/drawing/2014/main" id="{8DFC924A-E579-4B9B-A07D-7CE5A27E11DD}"/>
              </a:ext>
            </a:extLst>
          </p:cNvPr>
          <p:cNvSpPr>
            <a:spLocks xmlns:a="http://schemas.openxmlformats.org/drawingml/2006/main" noGrp="1"/>
          </p:cNvSpPr>
          <p:nvPr>
            <p:ph type="subTitle" idx="6"/>
          </p:nvPr>
        </p:nvSpPr>
        <p:spPr>
          <a:xfrm xmlns:a="http://schemas.openxmlformats.org/drawingml/2006/main">
            <a:off x="4856650" y="1954350"/>
            <a:ext cx="3589200" cy="4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1">
                <a:solidFill>
                  <a:schemeClr val="lt2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 b="1">
                <a:solidFill>
                  <a:schemeClr val="lt2"/>
                </a:solidFill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 b="1">
                <a:solidFill>
                  <a:schemeClr val="lt2"/>
                </a:solidFill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 b="1">
                <a:solidFill>
                  <a:schemeClr val="lt2"/>
                </a:solidFill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 b="1">
                <a:solidFill>
                  <a:schemeClr val="lt2"/>
                </a:solidFill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 b="1">
                <a:solidFill>
                  <a:schemeClr val="lt2"/>
                </a:solidFill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 b="1">
                <a:solidFill>
                  <a:schemeClr val="lt2"/>
                </a:solidFill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 b="1">
                <a:solidFill>
                  <a:schemeClr val="lt2"/>
                </a:solidFill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 b="1">
                <a:solidFill>
                  <a:schemeClr val="lt2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233" name="Google Shape;233;p39">
            <a:extLst xmlns:a="http://schemas.openxmlformats.org/drawingml/2006/main">
              <a:ext uri="{FF2B5EF4-FFF2-40B4-BE49-F238E27FC236}">
                <a16:creationId xmlns:a16="http://schemas.microsoft.com/office/drawing/2014/main" id="{ACED484E-1EAE-4FF1-8D77-0A5B54078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2200" y="2080475"/>
            <a:ext cx="71400" cy="527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A5D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Inter Tight"/>
              <a:ea typeface="Inter Tight"/>
              <a:cs typeface="Inter Tight"/>
            </a:endParaRPr>
          </a:p>
        </p:txBody>
      </p:sp>
      <p:sp>
        <p:nvSpPr>
          <p:cNvPr id="234" name="Google Shape;234;p39">
            <a:extLst xmlns:a="http://schemas.openxmlformats.org/drawingml/2006/main">
              <a:ext uri="{FF2B5EF4-FFF2-40B4-BE49-F238E27FC236}">
                <a16:creationId xmlns:a16="http://schemas.microsoft.com/office/drawing/2014/main" id="{96695532-C5A2-4946-86EF-32D475CDD838}"/>
              </a:ext>
            </a:extLst>
          </p:cNvPr>
          <p:cNvSpPr>
            <a:spLocks xmlns:a="http://schemas.openxmlformats.org/drawingml/2006/main" noGrp="1"/>
          </p:cNvSpPr>
          <p:nvPr>
            <p:ph type="subTitle" idx="7"/>
          </p:nvPr>
        </p:nvSpPr>
        <p:spPr>
          <a:xfrm xmlns:a="http://schemas.openxmlformats.org/drawingml/2006/main">
            <a:off x="4856650" y="3326575"/>
            <a:ext cx="3091200" cy="403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235" name="Google Shape;235;p39">
            <a:extLst xmlns:a="http://schemas.openxmlformats.org/drawingml/2006/main">
              <a:ext uri="{FF2B5EF4-FFF2-40B4-BE49-F238E27FC236}">
                <a16:creationId xmlns:a16="http://schemas.microsoft.com/office/drawing/2014/main" id="{9C6DA5FC-31DF-4111-BA5A-391B0EC65F18}"/>
              </a:ext>
            </a:extLst>
          </p:cNvPr>
          <p:cNvSpPr>
            <a:spLocks xmlns:a="http://schemas.openxmlformats.org/drawingml/2006/main" noGrp="1"/>
          </p:cNvSpPr>
          <p:nvPr>
            <p:ph type="subTitle" idx="8"/>
          </p:nvPr>
        </p:nvSpPr>
        <p:spPr>
          <a:xfrm xmlns:a="http://schemas.openxmlformats.org/drawingml/2006/main">
            <a:off x="4856650" y="2951000"/>
            <a:ext cx="3513300" cy="4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1">
                <a:solidFill>
                  <a:schemeClr val="lt2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 b="1">
                <a:solidFill>
                  <a:schemeClr val="lt2"/>
                </a:solidFill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 b="1">
                <a:solidFill>
                  <a:schemeClr val="lt2"/>
                </a:solidFill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 b="1">
                <a:solidFill>
                  <a:schemeClr val="lt2"/>
                </a:solidFill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 b="1">
                <a:solidFill>
                  <a:schemeClr val="lt2"/>
                </a:solidFill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 b="1">
                <a:solidFill>
                  <a:schemeClr val="lt2"/>
                </a:solidFill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 b="1">
                <a:solidFill>
                  <a:schemeClr val="lt2"/>
                </a:solidFill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 b="1">
                <a:solidFill>
                  <a:schemeClr val="lt2"/>
                </a:solidFill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 b="1">
                <a:solidFill>
                  <a:schemeClr val="lt2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236" name="Google Shape;236;p39">
            <a:extLst xmlns:a="http://schemas.openxmlformats.org/drawingml/2006/main">
              <a:ext uri="{FF2B5EF4-FFF2-40B4-BE49-F238E27FC236}">
                <a16:creationId xmlns:a16="http://schemas.microsoft.com/office/drawing/2014/main" id="{F85583A6-AACE-4FFC-8AD6-91E7A118D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2200" y="3077125"/>
            <a:ext cx="71400" cy="527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A5D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Inter Tight"/>
              <a:ea typeface="Inter Tight"/>
              <a:cs typeface="Inter Tight"/>
            </a:endParaRPr>
          </a:p>
        </p:txBody>
      </p:sp>
      <p:pic>
        <p:nvPicPr>
          <p:cNvPr id="253" name="Google Shape;237;p3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bff907d83c34fbc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462725" y="474600"/>
            <a:ext cx="1149450" cy="2811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38.xml><?xml version="1.0" encoding="utf-8"?>
<p:sldLayout xmlns:p="http://schemas.openxmlformats.org/presentationml/2006/main" matchingName="Numbers and text">
  <p:cSld name="CUSTOM_8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9" name="Google Shape;239;p4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50a79852ec648db">
            <a:alphaModFix amt="50000"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-6743450" y="-3623275"/>
            <a:ext cx="15557900" cy="13181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40" name="Google Shape;240;p40">
            <a:extLst xmlns:a="http://schemas.openxmlformats.org/drawingml/2006/main">
              <a:ext uri="{FF2B5EF4-FFF2-40B4-BE49-F238E27FC236}">
                <a16:creationId xmlns:a16="http://schemas.microsoft.com/office/drawing/2014/main" id="{10B3E1F8-A73C-4709-88C9-D3AD86EEAAA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3225" y="653800"/>
            <a:ext cx="3949500" cy="86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 Tight"/>
              <a:buNone/>
              <a:defRPr sz="4500" b="1">
                <a:latin typeface="Inter Tight"/>
                <a:ea typeface="Inter Tight"/>
                <a:cs typeface="Inter Tight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 Tight"/>
              <a:buNone/>
              <a:defRPr sz="6000" b="1">
                <a:solidFill>
                  <a:schemeClr val="lt1"/>
                </a:solidFill>
                <a:latin typeface="Inter Tight"/>
                <a:ea typeface="Inter Tight"/>
                <a:cs typeface="Inter Tight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 Tight"/>
              <a:buNone/>
              <a:defRPr sz="6000" b="1">
                <a:solidFill>
                  <a:schemeClr val="lt1"/>
                </a:solidFill>
                <a:latin typeface="Inter Tight"/>
                <a:ea typeface="Inter Tight"/>
                <a:cs typeface="Inter Tight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 Tight"/>
              <a:buNone/>
              <a:defRPr sz="6000" b="1">
                <a:solidFill>
                  <a:schemeClr val="lt1"/>
                </a:solidFill>
                <a:latin typeface="Inter Tight"/>
                <a:ea typeface="Inter Tight"/>
                <a:cs typeface="Inter Tight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 Tight"/>
              <a:buNone/>
              <a:defRPr sz="6000" b="1">
                <a:solidFill>
                  <a:schemeClr val="lt1"/>
                </a:solidFill>
                <a:latin typeface="Inter Tight"/>
                <a:ea typeface="Inter Tight"/>
                <a:cs typeface="Inter Tight"/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 Tight"/>
              <a:buNone/>
              <a:defRPr sz="6000" b="1">
                <a:solidFill>
                  <a:schemeClr val="lt1"/>
                </a:solidFill>
                <a:latin typeface="Inter Tight"/>
                <a:ea typeface="Inter Tight"/>
                <a:cs typeface="Inter Tight"/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 Tight"/>
              <a:buNone/>
              <a:defRPr sz="6000" b="1">
                <a:solidFill>
                  <a:schemeClr val="lt1"/>
                </a:solidFill>
                <a:latin typeface="Inter Tight"/>
                <a:ea typeface="Inter Tight"/>
                <a:cs typeface="Inter Tight"/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 Tight"/>
              <a:buNone/>
              <a:defRPr sz="6000" b="1">
                <a:solidFill>
                  <a:schemeClr val="lt1"/>
                </a:solidFill>
                <a:latin typeface="Inter Tight"/>
                <a:ea typeface="Inter Tight"/>
                <a:cs typeface="Inter Tight"/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 Tight"/>
              <a:buNone/>
              <a:defRPr sz="6000" b="1">
                <a:solidFill>
                  <a:schemeClr val="lt1"/>
                </a:solidFill>
                <a:latin typeface="Inter Tight"/>
                <a:ea typeface="Inter Tight"/>
                <a:cs typeface="Inter Tight"/>
              </a:defRPr>
            </a:lvl9pPr>
          </a:lstStyle>
          <a:p xmlns:a="http://schemas.openxmlformats.org/drawingml/2006/main"/>
        </p:txBody>
      </p:sp>
      <p:sp>
        <p:nvSpPr>
          <p:cNvPr id="241" name="Google Shape;241;p40">
            <a:extLst xmlns:a="http://schemas.openxmlformats.org/drawingml/2006/main">
              <a:ext uri="{FF2B5EF4-FFF2-40B4-BE49-F238E27FC236}">
                <a16:creationId xmlns:a16="http://schemas.microsoft.com/office/drawing/2014/main" id="{67059BAD-4D2A-41F1-B6E7-C48C0D7B31E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713225" y="1445202"/>
            <a:ext cx="3949500" cy="38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0" rIns="91425" bIns="91425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242" name="Google Shape;242;p40">
            <a:extLst xmlns:a="http://schemas.openxmlformats.org/drawingml/2006/main">
              <a:ext uri="{FF2B5EF4-FFF2-40B4-BE49-F238E27FC236}">
                <a16:creationId xmlns:a16="http://schemas.microsoft.com/office/drawing/2014/main" id="{D25B83E6-2BE7-4533-9637-4CB83E3C27CF}"/>
              </a:ext>
            </a:extLst>
          </p:cNvPr>
          <p:cNvSpPr>
            <a:spLocks xmlns:a="http://schemas.openxmlformats.org/drawingml/2006/main" noGrp="1"/>
          </p:cNvSpPr>
          <p:nvPr>
            <p:ph type="title" idx="2"/>
          </p:nvPr>
        </p:nvSpPr>
        <p:spPr>
          <a:xfrm xmlns:a="http://schemas.openxmlformats.org/drawingml/2006/main">
            <a:off x="713225" y="1983001"/>
            <a:ext cx="3949500" cy="86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 Tight"/>
              <a:buNone/>
              <a:defRPr sz="4500" b="1">
                <a:latin typeface="Inter Tight"/>
                <a:ea typeface="Inter Tight"/>
                <a:cs typeface="Inter Tight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 Tight"/>
              <a:buNone/>
              <a:defRPr sz="6000" b="1">
                <a:solidFill>
                  <a:schemeClr val="lt1"/>
                </a:solidFill>
                <a:latin typeface="Inter Tight"/>
                <a:ea typeface="Inter Tight"/>
                <a:cs typeface="Inter Tight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 Tight"/>
              <a:buNone/>
              <a:defRPr sz="6000" b="1">
                <a:solidFill>
                  <a:schemeClr val="lt1"/>
                </a:solidFill>
                <a:latin typeface="Inter Tight"/>
                <a:ea typeface="Inter Tight"/>
                <a:cs typeface="Inter Tight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 Tight"/>
              <a:buNone/>
              <a:defRPr sz="6000" b="1">
                <a:solidFill>
                  <a:schemeClr val="lt1"/>
                </a:solidFill>
                <a:latin typeface="Inter Tight"/>
                <a:ea typeface="Inter Tight"/>
                <a:cs typeface="Inter Tight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 Tight"/>
              <a:buNone/>
              <a:defRPr sz="6000" b="1">
                <a:solidFill>
                  <a:schemeClr val="lt1"/>
                </a:solidFill>
                <a:latin typeface="Inter Tight"/>
                <a:ea typeface="Inter Tight"/>
                <a:cs typeface="Inter Tight"/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 Tight"/>
              <a:buNone/>
              <a:defRPr sz="6000" b="1">
                <a:solidFill>
                  <a:schemeClr val="lt1"/>
                </a:solidFill>
                <a:latin typeface="Inter Tight"/>
                <a:ea typeface="Inter Tight"/>
                <a:cs typeface="Inter Tight"/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 Tight"/>
              <a:buNone/>
              <a:defRPr sz="6000" b="1">
                <a:solidFill>
                  <a:schemeClr val="lt1"/>
                </a:solidFill>
                <a:latin typeface="Inter Tight"/>
                <a:ea typeface="Inter Tight"/>
                <a:cs typeface="Inter Tight"/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 Tight"/>
              <a:buNone/>
              <a:defRPr sz="6000" b="1">
                <a:solidFill>
                  <a:schemeClr val="lt1"/>
                </a:solidFill>
                <a:latin typeface="Inter Tight"/>
                <a:ea typeface="Inter Tight"/>
                <a:cs typeface="Inter Tight"/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 Tight"/>
              <a:buNone/>
              <a:defRPr sz="6000" b="1">
                <a:solidFill>
                  <a:schemeClr val="lt1"/>
                </a:solidFill>
                <a:latin typeface="Inter Tight"/>
                <a:ea typeface="Inter Tight"/>
                <a:cs typeface="Inter Tight"/>
              </a:defRPr>
            </a:lvl9pPr>
          </a:lstStyle>
          <a:p xmlns:a="http://schemas.openxmlformats.org/drawingml/2006/main"/>
        </p:txBody>
      </p:sp>
      <p:sp>
        <p:nvSpPr>
          <p:cNvPr id="243" name="Google Shape;243;p40">
            <a:extLst xmlns:a="http://schemas.openxmlformats.org/drawingml/2006/main">
              <a:ext uri="{FF2B5EF4-FFF2-40B4-BE49-F238E27FC236}">
                <a16:creationId xmlns:a16="http://schemas.microsoft.com/office/drawing/2014/main" id="{FE7C9456-CA67-4964-8DFF-DE6F1150B8EF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713225" y="2774256"/>
            <a:ext cx="3949500" cy="38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0" rIns="91425" bIns="91425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244" name="Google Shape;244;p40">
            <a:extLst xmlns:a="http://schemas.openxmlformats.org/drawingml/2006/main">
              <a:ext uri="{FF2B5EF4-FFF2-40B4-BE49-F238E27FC236}">
                <a16:creationId xmlns:a16="http://schemas.microsoft.com/office/drawing/2014/main" id="{D0797F35-3391-4B19-9C5A-D59040859BE8}"/>
              </a:ext>
            </a:extLst>
          </p:cNvPr>
          <p:cNvSpPr>
            <a:spLocks xmlns:a="http://schemas.openxmlformats.org/drawingml/2006/main" noGrp="1"/>
          </p:cNvSpPr>
          <p:nvPr>
            <p:ph type="title" idx="4"/>
          </p:nvPr>
        </p:nvSpPr>
        <p:spPr>
          <a:xfrm xmlns:a="http://schemas.openxmlformats.org/drawingml/2006/main">
            <a:off x="713225" y="3312054"/>
            <a:ext cx="3949500" cy="86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 Tight"/>
              <a:buNone/>
              <a:defRPr sz="4500" b="1">
                <a:latin typeface="Inter Tight"/>
                <a:ea typeface="Inter Tight"/>
                <a:cs typeface="Inter Tight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 Tight"/>
              <a:buNone/>
              <a:defRPr sz="6000" b="1">
                <a:solidFill>
                  <a:schemeClr val="lt1"/>
                </a:solidFill>
                <a:latin typeface="Inter Tight"/>
                <a:ea typeface="Inter Tight"/>
                <a:cs typeface="Inter Tight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 Tight"/>
              <a:buNone/>
              <a:defRPr sz="6000" b="1">
                <a:solidFill>
                  <a:schemeClr val="lt1"/>
                </a:solidFill>
                <a:latin typeface="Inter Tight"/>
                <a:ea typeface="Inter Tight"/>
                <a:cs typeface="Inter Tight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 Tight"/>
              <a:buNone/>
              <a:defRPr sz="6000" b="1">
                <a:solidFill>
                  <a:schemeClr val="lt1"/>
                </a:solidFill>
                <a:latin typeface="Inter Tight"/>
                <a:ea typeface="Inter Tight"/>
                <a:cs typeface="Inter Tight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 Tight"/>
              <a:buNone/>
              <a:defRPr sz="6000" b="1">
                <a:solidFill>
                  <a:schemeClr val="lt1"/>
                </a:solidFill>
                <a:latin typeface="Inter Tight"/>
                <a:ea typeface="Inter Tight"/>
                <a:cs typeface="Inter Tight"/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 Tight"/>
              <a:buNone/>
              <a:defRPr sz="6000" b="1">
                <a:solidFill>
                  <a:schemeClr val="lt1"/>
                </a:solidFill>
                <a:latin typeface="Inter Tight"/>
                <a:ea typeface="Inter Tight"/>
                <a:cs typeface="Inter Tight"/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 Tight"/>
              <a:buNone/>
              <a:defRPr sz="6000" b="1">
                <a:solidFill>
                  <a:schemeClr val="lt1"/>
                </a:solidFill>
                <a:latin typeface="Inter Tight"/>
                <a:ea typeface="Inter Tight"/>
                <a:cs typeface="Inter Tight"/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 Tight"/>
              <a:buNone/>
              <a:defRPr sz="6000" b="1">
                <a:solidFill>
                  <a:schemeClr val="lt1"/>
                </a:solidFill>
                <a:latin typeface="Inter Tight"/>
                <a:ea typeface="Inter Tight"/>
                <a:cs typeface="Inter Tight"/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 Tight"/>
              <a:buNone/>
              <a:defRPr sz="6000" b="1">
                <a:solidFill>
                  <a:schemeClr val="lt1"/>
                </a:solidFill>
                <a:latin typeface="Inter Tight"/>
                <a:ea typeface="Inter Tight"/>
                <a:cs typeface="Inter Tight"/>
              </a:defRPr>
            </a:lvl9pPr>
          </a:lstStyle>
          <a:p xmlns:a="http://schemas.openxmlformats.org/drawingml/2006/main"/>
        </p:txBody>
      </p:sp>
      <p:sp>
        <p:nvSpPr>
          <p:cNvPr id="245" name="Google Shape;245;p40">
            <a:extLst xmlns:a="http://schemas.openxmlformats.org/drawingml/2006/main">
              <a:ext uri="{FF2B5EF4-FFF2-40B4-BE49-F238E27FC236}">
                <a16:creationId xmlns:a16="http://schemas.microsoft.com/office/drawing/2014/main" id="{BEAF9EE2-F010-458D-B081-F6B89398EA13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713225" y="4103300"/>
            <a:ext cx="3949500" cy="38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0" rIns="91425" bIns="91425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246" name="Google Shape;246;p40">
            <a:extLst xmlns:a="http://schemas.openxmlformats.org/drawingml/2006/main">
              <a:ext uri="{FF2B5EF4-FFF2-40B4-BE49-F238E27FC236}">
                <a16:creationId xmlns:a16="http://schemas.microsoft.com/office/drawing/2014/main" id="{68E52683-4099-4026-86E2-F57332842466}"/>
              </a:ext>
            </a:extLst>
          </p:cNvPr>
          <p:cNvSpPr>
            <a:spLocks xmlns:a="http://schemas.openxmlformats.org/drawingml/2006/main" noGrp="1"/>
          </p:cNvSpPr>
          <p:nvPr>
            <p:ph type="pic" idx="6"/>
          </p:nvPr>
        </p:nvSpPr>
        <p:spPr>
          <a:xfrm xmlns:a="http://schemas.openxmlformats.org/drawingml/2006/main">
            <a:off x="4973044" y="0"/>
            <a:ext cx="4170900" cy="5143500"/>
          </a:xfrm>
          <a:prstGeom xmlns:a="http://schemas.openxmlformats.org/drawingml/2006/main" prst="round1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>
            <a:noFill/>
          </a:ln>
        </p:spPr>
      </p:sp>
      <p:pic>
        <p:nvPicPr>
          <p:cNvPr id="257" name="Google Shape;247;p4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250a7287f714d0f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462725" y="474600"/>
            <a:ext cx="1149450" cy="2811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39.xml><?xml version="1.0" encoding="utf-8"?>
<p:sldLayout xmlns:p="http://schemas.openxmlformats.org/presentationml/2006/main" matchingName="Title only 1">
  <p:cSld name="TITLE_ONLY_1">
    <p:bg>
      <p:bgPr>
        <a:solidFill xmlns:a="http://schemas.openxmlformats.org/drawingml/2006/main">
          <a:schemeClr val="lt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Google Shape;249;p4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7c543bea947413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462725" y="474600"/>
            <a:ext cx="1149450" cy="2811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40.xml><?xml version="1.0" encoding="utf-8"?>
<p:sldLayout xmlns:p="http://schemas.openxmlformats.org/presentationml/2006/main" matchingName="Quote">
  <p:cSld name="BLANK_1_1">
    <p:bg>
      <p:bgPr>
        <a:solidFill xmlns:a="http://schemas.openxmlformats.org/drawingml/2006/main">
          <a:schemeClr val="lt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Google Shape;254;p4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f4e1efeccb6448c">
            <a:alphaModFix amt="30000"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-4452400" y="-5245387"/>
            <a:ext cx="18452950" cy="1563427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4" name="Google Shape;255;p4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f4e1efeccb6448c">
            <a:alphaModFix amt="20000"/>
          </a:blip>
          <a:srcRect xmlns:a="http://schemas.openxmlformats.org/drawingml/2006/main" l="-7670" t="-7760" r="7670" b="7760"/>
          <a:stretch xmlns:a="http://schemas.openxmlformats.org/drawingml/2006/main"/>
        </p:blipFill>
        <p:spPr>
          <a:xfrm xmlns:a="http://schemas.openxmlformats.org/drawingml/2006/main">
            <a:off x="-9568500" y="-2189850"/>
            <a:ext cx="18452950" cy="1563427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41.xml><?xml version="1.0" encoding="utf-8"?>
<p:sldLayout xmlns:p="http://schemas.openxmlformats.org/presentationml/2006/main" matchingName="Title slide" type="title">
  <p:cSld name="TITLE">
    <p:bg>
      <p:bgPr>
        <a:gradFill xmlns:a="http://schemas.openxmlformats.org/drawingml/2006/main">
          <a:gsLst>
            <a:gs pos="0">
              <a:schemeClr val="dk1"/>
            </a:gs>
            <a:gs pos="100000">
              <a:schemeClr val="dk2"/>
            </a:gs>
          </a:gsLst>
          <a:lin ang="2700006" scaled="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2" name="Google Shape;257;p4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497c5c89e574ebe">
            <a:alphaModFix amt="50000"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-2574225" y="-2988975"/>
            <a:ext cx="7152926" cy="715292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58" name="Google Shape;258;p44">
            <a:extLst xmlns:a="http://schemas.openxmlformats.org/drawingml/2006/main">
              <a:ext uri="{FF2B5EF4-FFF2-40B4-BE49-F238E27FC236}">
                <a16:creationId xmlns:a16="http://schemas.microsoft.com/office/drawing/2014/main" id="{97A3BE76-532B-41C2-9083-C7F5B152EC6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99975" y="1740025"/>
            <a:ext cx="4040100" cy="139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sp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Inter Tight"/>
              <a:buNone/>
              <a:defRPr sz="4000" b="1">
                <a:solidFill>
                  <a:schemeClr val="lt2"/>
                </a:solidFill>
                <a:latin typeface="Inter Tight"/>
                <a:ea typeface="Inter Tight"/>
                <a:cs typeface="Inter Tight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000"/>
              <a:buFont typeface="Inter Tight"/>
              <a:buNone/>
              <a:defRPr sz="4000" b="1">
                <a:solidFill>
                  <a:srgbClr val="191919"/>
                </a:solidFill>
                <a:latin typeface="Inter Tight"/>
                <a:ea typeface="Inter Tight"/>
                <a:cs typeface="Inter Tight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000"/>
              <a:buFont typeface="Inter Tight"/>
              <a:buNone/>
              <a:defRPr sz="4000" b="1">
                <a:solidFill>
                  <a:srgbClr val="191919"/>
                </a:solidFill>
                <a:latin typeface="Inter Tight"/>
                <a:ea typeface="Inter Tight"/>
                <a:cs typeface="Inter Tight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000"/>
              <a:buFont typeface="Inter Tight"/>
              <a:buNone/>
              <a:defRPr sz="4000" b="1">
                <a:solidFill>
                  <a:srgbClr val="191919"/>
                </a:solidFill>
                <a:latin typeface="Inter Tight"/>
                <a:ea typeface="Inter Tight"/>
                <a:cs typeface="Inter Tight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000"/>
              <a:buFont typeface="Inter Tight"/>
              <a:buNone/>
              <a:defRPr sz="4000" b="1">
                <a:solidFill>
                  <a:srgbClr val="191919"/>
                </a:solidFill>
                <a:latin typeface="Inter Tight"/>
                <a:ea typeface="Inter Tight"/>
                <a:cs typeface="Inter Tight"/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000"/>
              <a:buFont typeface="Inter Tight"/>
              <a:buNone/>
              <a:defRPr sz="4000" b="1">
                <a:solidFill>
                  <a:srgbClr val="191919"/>
                </a:solidFill>
                <a:latin typeface="Inter Tight"/>
                <a:ea typeface="Inter Tight"/>
                <a:cs typeface="Inter Tight"/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000"/>
              <a:buFont typeface="Inter Tight"/>
              <a:buNone/>
              <a:defRPr sz="4000" b="1">
                <a:solidFill>
                  <a:srgbClr val="191919"/>
                </a:solidFill>
                <a:latin typeface="Inter Tight"/>
                <a:ea typeface="Inter Tight"/>
                <a:cs typeface="Inter Tight"/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000"/>
              <a:buFont typeface="Inter Tight"/>
              <a:buNone/>
              <a:defRPr sz="4000" b="1">
                <a:solidFill>
                  <a:srgbClr val="191919"/>
                </a:solidFill>
                <a:latin typeface="Inter Tight"/>
                <a:ea typeface="Inter Tight"/>
                <a:cs typeface="Inter Tight"/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000"/>
              <a:buFont typeface="Inter Tight"/>
              <a:buNone/>
              <a:defRPr sz="4000" b="1">
                <a:solidFill>
                  <a:srgbClr val="191919"/>
                </a:solidFill>
                <a:latin typeface="Inter Tight"/>
                <a:ea typeface="Inter Tight"/>
                <a:cs typeface="Inter Tight"/>
              </a:defRPr>
            </a:lvl9pPr>
          </a:lstStyle>
          <a:p xmlns:a="http://schemas.openxmlformats.org/drawingml/2006/main"/>
        </p:txBody>
      </p:sp>
      <p:sp>
        <p:nvSpPr>
          <p:cNvPr id="259" name="Google Shape;259;p44">
            <a:extLst xmlns:a="http://schemas.openxmlformats.org/drawingml/2006/main">
              <a:ext uri="{FF2B5EF4-FFF2-40B4-BE49-F238E27FC236}">
                <a16:creationId xmlns:a16="http://schemas.microsoft.com/office/drawing/2014/main" id="{C69D4AD0-5C6A-4592-AB0B-948D4564C07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99972" y="3208850"/>
            <a:ext cx="4040100" cy="47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 xmlns:a="http://schemas.openxmlformats.org/drawingml/2006/main"/>
        </p:txBody>
      </p:sp>
      <p:sp>
        <p:nvSpPr>
          <p:cNvPr id="260" name="Google Shape;260;p44">
            <a:extLst xmlns:a="http://schemas.openxmlformats.org/drawingml/2006/main">
              <a:ext uri="{FF2B5EF4-FFF2-40B4-BE49-F238E27FC236}">
                <a16:creationId xmlns:a16="http://schemas.microsoft.com/office/drawing/2014/main" id="{CCC188D0-F5E0-490E-8375-8670A9CFB37F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5222875" y="752700"/>
            <a:ext cx="3288300" cy="3638100"/>
          </a:xfrm>
          <a:prstGeom xmlns:a="http://schemas.openxmlformats.org/drawingml/2006/main" prst="round1Rect">
            <a:avLst>
              <a:gd name="adj" fmla="val 19383"/>
            </a:avLst>
          </a:prstGeom>
          <a:noFill xmlns:a="http://schemas.openxmlformats.org/drawingml/2006/main"/>
          <a:ln xmlns:a="http://schemas.openxmlformats.org/drawingml/2006/main" w="952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</p:sp>
    </p:spTree>
  </p:cSld>
</p:sldLayout>
</file>

<file path=ppt/slideLayouts/slideLayout42.xml><?xml version="1.0" encoding="utf-8"?>
<p:sldLayout xmlns:p="http://schemas.openxmlformats.org/presentationml/2006/main" matchingName="Section header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8" name="Google Shape;262;p4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77bdbbd756d4fd3">
            <a:alphaModFix amt="50000"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-1029670" y="1361950"/>
            <a:ext cx="10330200" cy="715292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63" name="Google Shape;263;p45">
            <a:extLst xmlns:a="http://schemas.openxmlformats.org/drawingml/2006/main">
              <a:ext uri="{FF2B5EF4-FFF2-40B4-BE49-F238E27FC236}">
                <a16:creationId xmlns:a16="http://schemas.microsoft.com/office/drawing/2014/main" id="{689F6F33-CA22-4570-8746-E7E01D8E06B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177075" y="2342621"/>
            <a:ext cx="4253700" cy="126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sp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 xmlns:a="http://schemas.openxmlformats.org/drawingml/2006/main"/>
        </p:txBody>
      </p:sp>
      <p:sp>
        <p:nvSpPr>
          <p:cNvPr id="264" name="Google Shape;264;p45">
            <a:extLst xmlns:a="http://schemas.openxmlformats.org/drawingml/2006/main">
              <a:ext uri="{FF2B5EF4-FFF2-40B4-BE49-F238E27FC236}">
                <a16:creationId xmlns:a16="http://schemas.microsoft.com/office/drawing/2014/main" id="{6D4D38B5-3024-49DB-8154-7EC2D38E4EDF}"/>
              </a:ext>
            </a:extLst>
          </p:cNvPr>
          <p:cNvSpPr>
            <a:spLocks xmlns:a="http://schemas.openxmlformats.org/drawingml/2006/main" noGrp="1"/>
          </p:cNvSpPr>
          <p:nvPr>
            <p:ph type="title" idx="2"/>
          </p:nvPr>
        </p:nvSpPr>
        <p:spPr>
          <a:xfrm xmlns:a="http://schemas.openxmlformats.org/drawingml/2006/main">
            <a:off x="4177075" y="1163488"/>
            <a:ext cx="1652100" cy="87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 Tight"/>
              <a:buNone/>
              <a:defRPr sz="6000" b="1">
                <a:latin typeface="Inter Tight"/>
                <a:ea typeface="Inter Tight"/>
                <a:cs typeface="Inter Tight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 Tight"/>
              <a:buNone/>
              <a:defRPr sz="6000" b="1">
                <a:solidFill>
                  <a:schemeClr val="lt1"/>
                </a:solidFill>
                <a:latin typeface="Inter Tight"/>
                <a:ea typeface="Inter Tight"/>
                <a:cs typeface="Inter Tight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 Tight"/>
              <a:buNone/>
              <a:defRPr sz="6000" b="1">
                <a:solidFill>
                  <a:schemeClr val="lt1"/>
                </a:solidFill>
                <a:latin typeface="Inter Tight"/>
                <a:ea typeface="Inter Tight"/>
                <a:cs typeface="Inter Tight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 Tight"/>
              <a:buNone/>
              <a:defRPr sz="6000" b="1">
                <a:solidFill>
                  <a:schemeClr val="lt1"/>
                </a:solidFill>
                <a:latin typeface="Inter Tight"/>
                <a:ea typeface="Inter Tight"/>
                <a:cs typeface="Inter Tight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 Tight"/>
              <a:buNone/>
              <a:defRPr sz="6000" b="1">
                <a:solidFill>
                  <a:schemeClr val="lt1"/>
                </a:solidFill>
                <a:latin typeface="Inter Tight"/>
                <a:ea typeface="Inter Tight"/>
                <a:cs typeface="Inter Tight"/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 Tight"/>
              <a:buNone/>
              <a:defRPr sz="6000" b="1">
                <a:solidFill>
                  <a:schemeClr val="lt1"/>
                </a:solidFill>
                <a:latin typeface="Inter Tight"/>
                <a:ea typeface="Inter Tight"/>
                <a:cs typeface="Inter Tight"/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 Tight"/>
              <a:buNone/>
              <a:defRPr sz="6000" b="1">
                <a:solidFill>
                  <a:schemeClr val="lt1"/>
                </a:solidFill>
                <a:latin typeface="Inter Tight"/>
                <a:ea typeface="Inter Tight"/>
                <a:cs typeface="Inter Tight"/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 Tight"/>
              <a:buNone/>
              <a:defRPr sz="6000" b="1">
                <a:solidFill>
                  <a:schemeClr val="lt1"/>
                </a:solidFill>
                <a:latin typeface="Inter Tight"/>
                <a:ea typeface="Inter Tight"/>
                <a:cs typeface="Inter Tight"/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 Tight"/>
              <a:buNone/>
              <a:defRPr sz="6000" b="1">
                <a:solidFill>
                  <a:schemeClr val="lt1"/>
                </a:solidFill>
                <a:latin typeface="Inter Tight"/>
                <a:ea typeface="Inter Tight"/>
                <a:cs typeface="Inter Tight"/>
              </a:defRPr>
            </a:lvl9pPr>
          </a:lstStyle>
          <a:p xmlns:a="http://schemas.openxmlformats.org/drawingml/2006/main"/>
        </p:txBody>
      </p:sp>
      <p:sp>
        <p:nvSpPr>
          <p:cNvPr id="265" name="Google Shape;265;p45">
            <a:extLst xmlns:a="http://schemas.openxmlformats.org/drawingml/2006/main">
              <a:ext uri="{FF2B5EF4-FFF2-40B4-BE49-F238E27FC236}">
                <a16:creationId xmlns:a16="http://schemas.microsoft.com/office/drawing/2014/main" id="{E714B7F9-29D2-4CF1-8B6E-9A8235409D0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177075" y="3605000"/>
            <a:ext cx="4253700" cy="37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266" name="Google Shape;266;p45">
            <a:extLst xmlns:a="http://schemas.openxmlformats.org/drawingml/2006/main">
              <a:ext uri="{FF2B5EF4-FFF2-40B4-BE49-F238E27FC236}">
                <a16:creationId xmlns:a16="http://schemas.microsoft.com/office/drawing/2014/main" id="{7973E2E3-2864-47F7-824B-50963B90EBE1}"/>
              </a:ext>
            </a:extLst>
          </p:cNvPr>
          <p:cNvSpPr>
            <a:spLocks xmlns:a="http://schemas.openxmlformats.org/drawingml/2006/main" noGrp="1"/>
          </p:cNvSpPr>
          <p:nvPr>
            <p:ph type="pic" idx="3"/>
          </p:nvPr>
        </p:nvSpPr>
        <p:spPr>
          <a:xfrm xmlns:a="http://schemas.openxmlformats.org/drawingml/2006/main">
            <a:off x="572450" y="752700"/>
            <a:ext cx="3288300" cy="3638100"/>
          </a:xfrm>
          <a:prstGeom xmlns:a="http://schemas.openxmlformats.org/drawingml/2006/main" prst="round1Rect">
            <a:avLst>
              <a:gd name="adj" fmla="val 19383"/>
            </a:avLst>
          </a:prstGeom>
          <a:noFill xmlns:a="http://schemas.openxmlformats.org/drawingml/2006/main"/>
          <a:ln xmlns:a="http://schemas.openxmlformats.org/drawingml/2006/main" w="952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</p:sp>
    </p:spTree>
  </p:cSld>
</p:sldLayout>
</file>

<file path=ppt/slideLayouts/slideLayout43.xml><?xml version="1.0" encoding="utf-8"?>
<p:sldLayout xmlns:p="http://schemas.openxmlformats.org/presentationml/2006/main" matchingName="Title and body">
  <p:cSld name="TITLE_AND_BODY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2" name="Google Shape;268;p4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75b575ce8fe4f4e">
            <a:alphaModFix amt="50000"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693024" y="3"/>
            <a:ext cx="12899150" cy="89317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69" name="Google Shape;269;p46">
            <a:extLst xmlns:a="http://schemas.openxmlformats.org/drawingml/2006/main">
              <a:ext uri="{FF2B5EF4-FFF2-40B4-BE49-F238E27FC236}">
                <a16:creationId xmlns:a16="http://schemas.microsoft.com/office/drawing/2014/main" id="{69D46909-6C69-4B6C-B59F-615DCF4883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00" y="445025"/>
            <a:ext cx="77040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Inter Tight SemiBold"/>
              <a:buNone/>
              <a:defRPr sz="3300">
                <a:solidFill>
                  <a:schemeClr val="lt2"/>
                </a:solidFill>
                <a:latin typeface="Inter Tight SemiBold"/>
                <a:ea typeface="Inter Tight SemiBold"/>
                <a:cs typeface="Inter Tight SemiBold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 SemiBold"/>
              <a:buNone/>
              <a:defRPr>
                <a:solidFill>
                  <a:schemeClr val="lt2"/>
                </a:solidFill>
                <a:latin typeface="Inter Tight SemiBold"/>
                <a:ea typeface="Inter Tight SemiBold"/>
                <a:cs typeface="Inter Tight SemiBold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 SemiBold"/>
              <a:buNone/>
              <a:defRPr>
                <a:solidFill>
                  <a:schemeClr val="lt2"/>
                </a:solidFill>
                <a:latin typeface="Inter Tight SemiBold"/>
                <a:ea typeface="Inter Tight SemiBold"/>
                <a:cs typeface="Inter Tight SemiBold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 SemiBold"/>
              <a:buNone/>
              <a:defRPr>
                <a:solidFill>
                  <a:schemeClr val="lt2"/>
                </a:solidFill>
                <a:latin typeface="Inter Tight SemiBold"/>
                <a:ea typeface="Inter Tight SemiBold"/>
                <a:cs typeface="Inter Tight SemiBold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 SemiBold"/>
              <a:buNone/>
              <a:defRPr>
                <a:solidFill>
                  <a:schemeClr val="lt2"/>
                </a:solidFill>
                <a:latin typeface="Inter Tight SemiBold"/>
                <a:ea typeface="Inter Tight SemiBold"/>
                <a:cs typeface="Inter Tight SemiBold"/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 SemiBold"/>
              <a:buNone/>
              <a:defRPr>
                <a:solidFill>
                  <a:schemeClr val="lt2"/>
                </a:solidFill>
                <a:latin typeface="Inter Tight SemiBold"/>
                <a:ea typeface="Inter Tight SemiBold"/>
                <a:cs typeface="Inter Tight SemiBold"/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 SemiBold"/>
              <a:buNone/>
              <a:defRPr>
                <a:solidFill>
                  <a:schemeClr val="lt2"/>
                </a:solidFill>
                <a:latin typeface="Inter Tight SemiBold"/>
                <a:ea typeface="Inter Tight SemiBold"/>
                <a:cs typeface="Inter Tight SemiBold"/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 SemiBold"/>
              <a:buNone/>
              <a:defRPr>
                <a:solidFill>
                  <a:schemeClr val="lt2"/>
                </a:solidFill>
                <a:latin typeface="Inter Tight SemiBold"/>
                <a:ea typeface="Inter Tight SemiBold"/>
                <a:cs typeface="Inter Tight SemiBold"/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 SemiBold"/>
              <a:buNone/>
              <a:defRPr>
                <a:solidFill>
                  <a:schemeClr val="lt2"/>
                </a:solidFill>
                <a:latin typeface="Inter Tight SemiBold"/>
                <a:ea typeface="Inter Tight SemiBold"/>
                <a:cs typeface="Inter Tight SemiBold"/>
              </a:defRPr>
            </a:lvl9pPr>
          </a:lstStyle>
          <a:p xmlns:a="http://schemas.openxmlformats.org/drawingml/2006/main"/>
        </p:txBody>
      </p:sp>
      <p:sp>
        <p:nvSpPr>
          <p:cNvPr id="270" name="Google Shape;270;p46">
            <a:extLst xmlns:a="http://schemas.openxmlformats.org/drawingml/2006/main">
              <a:ext uri="{FF2B5EF4-FFF2-40B4-BE49-F238E27FC236}">
                <a16:creationId xmlns:a16="http://schemas.microsoft.com/office/drawing/2014/main" id="{9FB8882F-0712-49EB-BC27-DF5C87E9903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0000" y="1215750"/>
            <a:ext cx="7704000" cy="338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Tight Light"/>
              <a:buChar char="●"/>
              <a:defRPr>
                <a:solidFill>
                  <a:schemeClr val="lt2"/>
                </a:solidFill>
              </a:defRPr>
            </a:lvl1pPr>
            <a:lvl2pPr marL="914400" indent="-3175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Tight Light"/>
              <a:buChar char="○"/>
              <a:defRPr>
                <a:solidFill>
                  <a:schemeClr val="lt2"/>
                </a:solidFill>
              </a:defRPr>
            </a:lvl2pPr>
            <a:lvl3pPr marL="1371600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Tight Light"/>
              <a:buChar char="■"/>
              <a:defRPr>
                <a:solidFill>
                  <a:schemeClr val="lt2"/>
                </a:solidFill>
              </a:defRPr>
            </a:lvl3pPr>
            <a:lvl4pPr marL="1828800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Tight Light"/>
              <a:buChar char="●"/>
              <a:defRPr>
                <a:solidFill>
                  <a:schemeClr val="lt2"/>
                </a:solidFill>
              </a:defRPr>
            </a:lvl4pPr>
            <a:lvl5pPr marL="2286000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Tight Light"/>
              <a:buChar char="○"/>
              <a:defRPr>
                <a:solidFill>
                  <a:schemeClr val="lt2"/>
                </a:solidFill>
              </a:defRPr>
            </a:lvl5pPr>
            <a:lvl6pPr marL="2743200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Tight Light"/>
              <a:buChar char="■"/>
              <a:defRPr>
                <a:solidFill>
                  <a:schemeClr val="lt2"/>
                </a:solidFill>
              </a:defRPr>
            </a:lvl6pPr>
            <a:lvl7pPr marL="3200400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Tight Light"/>
              <a:buChar char="●"/>
              <a:defRPr>
                <a:solidFill>
                  <a:schemeClr val="lt2"/>
                </a:solidFill>
              </a:defRPr>
            </a:lvl7pPr>
            <a:lvl8pPr marL="3657600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Tight Light"/>
              <a:buChar char="○"/>
              <a:defRPr>
                <a:solidFill>
                  <a:schemeClr val="lt2"/>
                </a:solidFill>
              </a:defRPr>
            </a:lvl8pPr>
            <a:lvl9pPr marL="4114800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Tight Light"/>
              <a:buChar char="■"/>
              <a:defRPr>
                <a:solidFill>
                  <a:schemeClr val="lt2"/>
                </a:solidFill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4.xml><?xml version="1.0" encoding="utf-8"?>
<p:sldLayout xmlns:p="http://schemas.openxmlformats.org/presentationml/2006/main" matchingName="Title and two columns">
  <p:cSld name="TITLE_AND_TWO_COLUMNS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9" name="Google Shape;272;p4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7136d2f712b4723">
            <a:alphaModFix amt="50000"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-4286976" y="-3850685"/>
            <a:ext cx="12899150" cy="89317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73" name="Google Shape;273;p47">
            <a:extLst xmlns:a="http://schemas.openxmlformats.org/drawingml/2006/main">
              <a:ext uri="{FF2B5EF4-FFF2-40B4-BE49-F238E27FC236}">
                <a16:creationId xmlns:a16="http://schemas.microsoft.com/office/drawing/2014/main" id="{6A7FF602-70D0-4909-B856-0F430F3A757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37527" y="3743325"/>
            <a:ext cx="2807700" cy="63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sz="1100">
                <a:solidFill>
                  <a:schemeClr val="accent1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sz="1100">
                <a:solidFill>
                  <a:schemeClr val="accent1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sz="1100">
                <a:solidFill>
                  <a:schemeClr val="accent1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sz="1100">
                <a:solidFill>
                  <a:schemeClr val="accent1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sz="1100">
                <a:solidFill>
                  <a:schemeClr val="accent1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sz="1100">
                <a:solidFill>
                  <a:schemeClr val="accent1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sz="1100">
                <a:solidFill>
                  <a:schemeClr val="accent1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sz="1100">
                <a:solidFill>
                  <a:schemeClr val="accent1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sz="1100">
                <a:solidFill>
                  <a:schemeClr val="accent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274" name="Google Shape;274;p47">
            <a:extLst xmlns:a="http://schemas.openxmlformats.org/drawingml/2006/main">
              <a:ext uri="{FF2B5EF4-FFF2-40B4-BE49-F238E27FC236}">
                <a16:creationId xmlns:a16="http://schemas.microsoft.com/office/drawing/2014/main" id="{544821A0-0717-43D4-97EA-20C2691026E5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1688575" y="3042700"/>
            <a:ext cx="2505600" cy="7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sp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 b="1">
                <a:solidFill>
                  <a:schemeClr val="lt2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 b="1">
                <a:solidFill>
                  <a:schemeClr val="lt2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 b="1">
                <a:solidFill>
                  <a:schemeClr val="lt2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 b="1">
                <a:solidFill>
                  <a:schemeClr val="lt2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 b="1">
                <a:solidFill>
                  <a:schemeClr val="lt2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 b="1">
                <a:solidFill>
                  <a:schemeClr val="lt2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 b="1">
                <a:solidFill>
                  <a:schemeClr val="lt2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 b="1">
                <a:solidFill>
                  <a:schemeClr val="lt2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 b="1">
                <a:solidFill>
                  <a:schemeClr val="lt2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275" name="Google Shape;275;p47">
            <a:extLst xmlns:a="http://schemas.openxmlformats.org/drawingml/2006/main">
              <a:ext uri="{FF2B5EF4-FFF2-40B4-BE49-F238E27FC236}">
                <a16:creationId xmlns:a16="http://schemas.microsoft.com/office/drawing/2014/main" id="{22D9D258-2BE1-4487-8A57-CB0F4EB5FCFE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4798777" y="3743325"/>
            <a:ext cx="2807700" cy="63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sz="1100">
                <a:solidFill>
                  <a:schemeClr val="accent1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sz="1100">
                <a:solidFill>
                  <a:schemeClr val="accent1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sz="1100">
                <a:solidFill>
                  <a:schemeClr val="accent1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sz="1100">
                <a:solidFill>
                  <a:schemeClr val="accent1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sz="1100">
                <a:solidFill>
                  <a:schemeClr val="accent1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sz="1100">
                <a:solidFill>
                  <a:schemeClr val="accent1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sz="1100">
                <a:solidFill>
                  <a:schemeClr val="accent1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sz="1100">
                <a:solidFill>
                  <a:schemeClr val="accent1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sz="1100">
                <a:solidFill>
                  <a:schemeClr val="accent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276" name="Google Shape;276;p47">
            <a:extLst xmlns:a="http://schemas.openxmlformats.org/drawingml/2006/main">
              <a:ext uri="{FF2B5EF4-FFF2-40B4-BE49-F238E27FC236}">
                <a16:creationId xmlns:a16="http://schemas.microsoft.com/office/drawing/2014/main" id="{EB837819-9947-49D0-BB05-78210B0B3CC2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4949825" y="3042700"/>
            <a:ext cx="2505600" cy="7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sp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 b="1">
                <a:solidFill>
                  <a:schemeClr val="lt2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 b="1">
                <a:solidFill>
                  <a:schemeClr val="lt2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 b="1">
                <a:solidFill>
                  <a:schemeClr val="lt2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 b="1">
                <a:solidFill>
                  <a:schemeClr val="lt2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 b="1">
                <a:solidFill>
                  <a:schemeClr val="lt2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 b="1">
                <a:solidFill>
                  <a:schemeClr val="lt2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 b="1">
                <a:solidFill>
                  <a:schemeClr val="lt2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 b="1">
                <a:solidFill>
                  <a:schemeClr val="lt2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 b="1">
                <a:solidFill>
                  <a:schemeClr val="lt2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277" name="Google Shape;277;p47">
            <a:extLst xmlns:a="http://schemas.openxmlformats.org/drawingml/2006/main">
              <a:ext uri="{FF2B5EF4-FFF2-40B4-BE49-F238E27FC236}">
                <a16:creationId xmlns:a16="http://schemas.microsoft.com/office/drawing/2014/main" id="{94CEC77A-D62B-41F6-B2CA-23A90E50EB3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00" y="445025"/>
            <a:ext cx="77040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 SemiBold"/>
              <a:buNone/>
              <a:defRPr>
                <a:solidFill>
                  <a:schemeClr val="lt2"/>
                </a:solidFill>
                <a:latin typeface="Inter Tight SemiBold"/>
                <a:ea typeface="Inter Tight SemiBold"/>
                <a:cs typeface="Inter Tight SemiBold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 SemiBold"/>
              <a:buNone/>
              <a:defRPr>
                <a:solidFill>
                  <a:schemeClr val="lt2"/>
                </a:solidFill>
                <a:latin typeface="Inter Tight SemiBold"/>
                <a:ea typeface="Inter Tight SemiBold"/>
                <a:cs typeface="Inter Tight SemiBold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 SemiBold"/>
              <a:buNone/>
              <a:defRPr>
                <a:solidFill>
                  <a:schemeClr val="lt2"/>
                </a:solidFill>
                <a:latin typeface="Inter Tight SemiBold"/>
                <a:ea typeface="Inter Tight SemiBold"/>
                <a:cs typeface="Inter Tight SemiBold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 SemiBold"/>
              <a:buNone/>
              <a:defRPr>
                <a:solidFill>
                  <a:schemeClr val="lt2"/>
                </a:solidFill>
                <a:latin typeface="Inter Tight SemiBold"/>
                <a:ea typeface="Inter Tight SemiBold"/>
                <a:cs typeface="Inter Tight SemiBold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 SemiBold"/>
              <a:buNone/>
              <a:defRPr>
                <a:solidFill>
                  <a:schemeClr val="lt2"/>
                </a:solidFill>
                <a:latin typeface="Inter Tight SemiBold"/>
                <a:ea typeface="Inter Tight SemiBold"/>
                <a:cs typeface="Inter Tight SemiBold"/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 SemiBold"/>
              <a:buNone/>
              <a:defRPr>
                <a:solidFill>
                  <a:schemeClr val="lt2"/>
                </a:solidFill>
                <a:latin typeface="Inter Tight SemiBold"/>
                <a:ea typeface="Inter Tight SemiBold"/>
                <a:cs typeface="Inter Tight SemiBold"/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 SemiBold"/>
              <a:buNone/>
              <a:defRPr>
                <a:solidFill>
                  <a:schemeClr val="lt2"/>
                </a:solidFill>
                <a:latin typeface="Inter Tight SemiBold"/>
                <a:ea typeface="Inter Tight SemiBold"/>
                <a:cs typeface="Inter Tight SemiBold"/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 SemiBold"/>
              <a:buNone/>
              <a:defRPr>
                <a:solidFill>
                  <a:schemeClr val="lt2"/>
                </a:solidFill>
                <a:latin typeface="Inter Tight SemiBold"/>
                <a:ea typeface="Inter Tight SemiBold"/>
                <a:cs typeface="Inter Tight SemiBold"/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 SemiBold"/>
              <a:buNone/>
              <a:defRPr>
                <a:solidFill>
                  <a:schemeClr val="lt2"/>
                </a:solidFill>
                <a:latin typeface="Inter Tight SemiBold"/>
                <a:ea typeface="Inter Tight SemiBold"/>
                <a:cs typeface="Inter Tight SemiBold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5.xml><?xml version="1.0" encoding="utf-8"?>
<p:sldLayout xmlns:p="http://schemas.openxmlformats.org/presentationml/2006/main" matchingName="Title only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82" name="Google Shape;279;p4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c78937b09bc4be4">
            <a:alphaModFix amt="50000"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36075" y="-4291450"/>
            <a:ext cx="15557900" cy="13181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80" name="Google Shape;280;p48">
            <a:extLst xmlns:a="http://schemas.openxmlformats.org/drawingml/2006/main">
              <a:ext uri="{FF2B5EF4-FFF2-40B4-BE49-F238E27FC236}">
                <a16:creationId xmlns:a16="http://schemas.microsoft.com/office/drawing/2014/main" id="{21052B03-1BB2-459F-BD3C-09CCC67E8F25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924100" y="1876200"/>
            <a:ext cx="4040100" cy="139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sp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300"/>
              <a:buFont typeface="Inter Tight"/>
              <a:buNone/>
              <a:defRPr sz="4300" b="1">
                <a:solidFill>
                  <a:schemeClr val="lt2"/>
                </a:solidFill>
                <a:latin typeface="Inter Tight"/>
                <a:ea typeface="Inter Tight"/>
                <a:cs typeface="Inter Tight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300"/>
              <a:buFont typeface="Inter Tight"/>
              <a:buNone/>
              <a:defRPr sz="4300" b="1">
                <a:solidFill>
                  <a:srgbClr val="191919"/>
                </a:solidFill>
                <a:latin typeface="Inter Tight"/>
                <a:ea typeface="Inter Tight"/>
                <a:cs typeface="Inter Tight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300"/>
              <a:buFont typeface="Inter Tight"/>
              <a:buNone/>
              <a:defRPr sz="4300" b="1">
                <a:solidFill>
                  <a:srgbClr val="191919"/>
                </a:solidFill>
                <a:latin typeface="Inter Tight"/>
                <a:ea typeface="Inter Tight"/>
                <a:cs typeface="Inter Tight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300"/>
              <a:buFont typeface="Inter Tight"/>
              <a:buNone/>
              <a:defRPr sz="4300" b="1">
                <a:solidFill>
                  <a:srgbClr val="191919"/>
                </a:solidFill>
                <a:latin typeface="Inter Tight"/>
                <a:ea typeface="Inter Tight"/>
                <a:cs typeface="Inter Tight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300"/>
              <a:buFont typeface="Inter Tight"/>
              <a:buNone/>
              <a:defRPr sz="4300" b="1">
                <a:solidFill>
                  <a:srgbClr val="191919"/>
                </a:solidFill>
                <a:latin typeface="Inter Tight"/>
                <a:ea typeface="Inter Tight"/>
                <a:cs typeface="Inter Tight"/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300"/>
              <a:buFont typeface="Inter Tight"/>
              <a:buNone/>
              <a:defRPr sz="4300" b="1">
                <a:solidFill>
                  <a:srgbClr val="191919"/>
                </a:solidFill>
                <a:latin typeface="Inter Tight"/>
                <a:ea typeface="Inter Tight"/>
                <a:cs typeface="Inter Tight"/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300"/>
              <a:buFont typeface="Inter Tight"/>
              <a:buNone/>
              <a:defRPr sz="4300" b="1">
                <a:solidFill>
                  <a:srgbClr val="191919"/>
                </a:solidFill>
                <a:latin typeface="Inter Tight"/>
                <a:ea typeface="Inter Tight"/>
                <a:cs typeface="Inter Tight"/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300"/>
              <a:buFont typeface="Inter Tight"/>
              <a:buNone/>
              <a:defRPr sz="4300" b="1">
                <a:solidFill>
                  <a:srgbClr val="191919"/>
                </a:solidFill>
                <a:latin typeface="Inter Tight"/>
                <a:ea typeface="Inter Tight"/>
                <a:cs typeface="Inter Tight"/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300"/>
              <a:buFont typeface="Inter Tight"/>
              <a:buNone/>
              <a:defRPr sz="4300" b="1">
                <a:solidFill>
                  <a:srgbClr val="191919"/>
                </a:solidFill>
                <a:latin typeface="Inter Tight"/>
                <a:ea typeface="Inter Tight"/>
                <a:cs typeface="Inter Tigh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6.xml><?xml version="1.0" encoding="utf-8"?>
<p:sldLayout xmlns:p="http://schemas.openxmlformats.org/presentationml/2006/main" matchingName="One column text">
  <p:cSld name="ONE_COLUMN_TEXT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87" name="Google Shape;282;p4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b0d5350f9124435">
            <a:alphaModFix amt="58999"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-4179350" y="2281000"/>
            <a:ext cx="19558100" cy="532227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83" name="Google Shape;283;p49">
            <a:extLst xmlns:a="http://schemas.openxmlformats.org/drawingml/2006/main">
              <a:ext uri="{FF2B5EF4-FFF2-40B4-BE49-F238E27FC236}">
                <a16:creationId xmlns:a16="http://schemas.microsoft.com/office/drawing/2014/main" id="{083F2991-9164-44A6-B782-398D490D5CD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0000" y="1995600"/>
            <a:ext cx="4748400" cy="239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1pPr>
            <a:lvl2pPr marL="914400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marL="1371600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marL="1828800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marL="2286000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marL="2743200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marL="3200400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marL="3657600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marL="4114800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284" name="Google Shape;284;p49">
            <a:extLst xmlns:a="http://schemas.openxmlformats.org/drawingml/2006/main">
              <a:ext uri="{FF2B5EF4-FFF2-40B4-BE49-F238E27FC236}">
                <a16:creationId xmlns:a16="http://schemas.microsoft.com/office/drawing/2014/main" id="{F9CC817B-9B9F-4480-9C36-C736980C53F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00" y="445025"/>
            <a:ext cx="3720300" cy="104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 SemiBold"/>
              <a:buNone/>
              <a:defRPr>
                <a:solidFill>
                  <a:schemeClr val="lt2"/>
                </a:solidFill>
                <a:latin typeface="Inter Tight SemiBold"/>
                <a:ea typeface="Inter Tight SemiBold"/>
                <a:cs typeface="Inter Tight SemiBold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 SemiBold"/>
              <a:buNone/>
              <a:defRPr>
                <a:solidFill>
                  <a:schemeClr val="lt2"/>
                </a:solidFill>
                <a:latin typeface="Inter Tight SemiBold"/>
                <a:ea typeface="Inter Tight SemiBold"/>
                <a:cs typeface="Inter Tight SemiBold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 SemiBold"/>
              <a:buNone/>
              <a:defRPr>
                <a:solidFill>
                  <a:schemeClr val="lt2"/>
                </a:solidFill>
                <a:latin typeface="Inter Tight SemiBold"/>
                <a:ea typeface="Inter Tight SemiBold"/>
                <a:cs typeface="Inter Tight SemiBold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 SemiBold"/>
              <a:buNone/>
              <a:defRPr>
                <a:solidFill>
                  <a:schemeClr val="lt2"/>
                </a:solidFill>
                <a:latin typeface="Inter Tight SemiBold"/>
                <a:ea typeface="Inter Tight SemiBold"/>
                <a:cs typeface="Inter Tight SemiBold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 SemiBold"/>
              <a:buNone/>
              <a:defRPr>
                <a:solidFill>
                  <a:schemeClr val="lt2"/>
                </a:solidFill>
                <a:latin typeface="Inter Tight SemiBold"/>
                <a:ea typeface="Inter Tight SemiBold"/>
                <a:cs typeface="Inter Tight SemiBold"/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 SemiBold"/>
              <a:buNone/>
              <a:defRPr>
                <a:solidFill>
                  <a:schemeClr val="lt2"/>
                </a:solidFill>
                <a:latin typeface="Inter Tight SemiBold"/>
                <a:ea typeface="Inter Tight SemiBold"/>
                <a:cs typeface="Inter Tight SemiBold"/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 SemiBold"/>
              <a:buNone/>
              <a:defRPr>
                <a:solidFill>
                  <a:schemeClr val="lt2"/>
                </a:solidFill>
                <a:latin typeface="Inter Tight SemiBold"/>
                <a:ea typeface="Inter Tight SemiBold"/>
                <a:cs typeface="Inter Tight SemiBold"/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 SemiBold"/>
              <a:buNone/>
              <a:defRPr>
                <a:solidFill>
                  <a:schemeClr val="lt2"/>
                </a:solidFill>
                <a:latin typeface="Inter Tight SemiBold"/>
                <a:ea typeface="Inter Tight SemiBold"/>
                <a:cs typeface="Inter Tight SemiBold"/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 SemiBold"/>
              <a:buNone/>
              <a:defRPr>
                <a:solidFill>
                  <a:schemeClr val="lt2"/>
                </a:solidFill>
                <a:latin typeface="Inter Tight SemiBold"/>
                <a:ea typeface="Inter Tight SemiBold"/>
                <a:cs typeface="Inter Tight SemiBold"/>
              </a:defRPr>
            </a:lvl9pPr>
          </a:lstStyle>
          <a:p xmlns:a="http://schemas.openxmlformats.org/drawingml/2006/main"/>
        </p:txBody>
      </p:sp>
      <p:sp>
        <p:nvSpPr>
          <p:cNvPr id="285" name="Google Shape;285;p49">
            <a:extLst xmlns:a="http://schemas.openxmlformats.org/drawingml/2006/main">
              <a:ext uri="{FF2B5EF4-FFF2-40B4-BE49-F238E27FC236}">
                <a16:creationId xmlns:a16="http://schemas.microsoft.com/office/drawing/2014/main" id="{173A5D77-9B9B-46F4-9D58-80104BCAF206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5468400" y="915050"/>
            <a:ext cx="3075300" cy="3638100"/>
          </a:xfrm>
          <a:prstGeom xmlns:a="http://schemas.openxmlformats.org/drawingml/2006/main" prst="round1Rect">
            <a:avLst>
              <a:gd name="adj" fmla="val 19383"/>
            </a:avLst>
          </a:prstGeom>
          <a:noFill xmlns:a="http://schemas.openxmlformats.org/drawingml/2006/main"/>
          <a:ln xmlns:a="http://schemas.openxmlformats.org/drawingml/2006/main" w="952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</p:sp>
    </p:spTree>
  </p:cSld>
</p:sldLayout>
</file>

<file path=ppt/slideLayouts/slideLayout47.xml><?xml version="1.0" encoding="utf-8"?>
<p:sldLayout xmlns:p="http://schemas.openxmlformats.org/presentationml/2006/main" matchingName="Main point">
  <p:cSld name="MAIN_POINT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91" name="Google Shape;287;p5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fe9e8105f174a3c">
            <a:alphaModFix amt="50000"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-7834850" y="-4018975"/>
            <a:ext cx="15557900" cy="13181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88" name="Google Shape;288;p50">
            <a:extLst xmlns:a="http://schemas.openxmlformats.org/drawingml/2006/main">
              <a:ext uri="{FF2B5EF4-FFF2-40B4-BE49-F238E27FC236}">
                <a16:creationId xmlns:a16="http://schemas.microsoft.com/office/drawing/2014/main" id="{5C92624C-A265-44DD-909B-361B4BF0F47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91575" y="1671575"/>
            <a:ext cx="4422600" cy="231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Inter Tight"/>
              <a:buNone/>
              <a:defRPr sz="4800" b="1">
                <a:solidFill>
                  <a:schemeClr val="lt2"/>
                </a:solidFill>
                <a:latin typeface="Inter Tight"/>
                <a:ea typeface="Inter Tight"/>
                <a:cs typeface="Inter Tight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Inter Tight"/>
              <a:buNone/>
              <a:defRPr sz="4800" b="1">
                <a:solidFill>
                  <a:schemeClr val="lt2"/>
                </a:solidFill>
                <a:latin typeface="Inter Tight"/>
                <a:ea typeface="Inter Tight"/>
                <a:cs typeface="Inter Tight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Inter Tight"/>
              <a:buNone/>
              <a:defRPr sz="4800" b="1">
                <a:solidFill>
                  <a:schemeClr val="lt2"/>
                </a:solidFill>
                <a:latin typeface="Inter Tight"/>
                <a:ea typeface="Inter Tight"/>
                <a:cs typeface="Inter Tight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Inter Tight"/>
              <a:buNone/>
              <a:defRPr sz="4800" b="1">
                <a:solidFill>
                  <a:schemeClr val="lt2"/>
                </a:solidFill>
                <a:latin typeface="Inter Tight"/>
                <a:ea typeface="Inter Tight"/>
                <a:cs typeface="Inter Tight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Inter Tight"/>
              <a:buNone/>
              <a:defRPr sz="4800" b="1">
                <a:solidFill>
                  <a:schemeClr val="lt2"/>
                </a:solidFill>
                <a:latin typeface="Inter Tight"/>
                <a:ea typeface="Inter Tight"/>
                <a:cs typeface="Inter Tight"/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Inter Tight"/>
              <a:buNone/>
              <a:defRPr sz="4800" b="1">
                <a:solidFill>
                  <a:schemeClr val="lt2"/>
                </a:solidFill>
                <a:latin typeface="Inter Tight"/>
                <a:ea typeface="Inter Tight"/>
                <a:cs typeface="Inter Tight"/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Inter Tight"/>
              <a:buNone/>
              <a:defRPr sz="4800" b="1">
                <a:solidFill>
                  <a:schemeClr val="lt2"/>
                </a:solidFill>
                <a:latin typeface="Inter Tight"/>
                <a:ea typeface="Inter Tight"/>
                <a:cs typeface="Inter Tight"/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Inter Tight"/>
              <a:buNone/>
              <a:defRPr sz="4800" b="1">
                <a:solidFill>
                  <a:schemeClr val="lt2"/>
                </a:solidFill>
                <a:latin typeface="Inter Tight"/>
                <a:ea typeface="Inter Tight"/>
                <a:cs typeface="Inter Tight"/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Inter Tight"/>
              <a:buNone/>
              <a:defRPr sz="4800" b="1">
                <a:solidFill>
                  <a:schemeClr val="lt2"/>
                </a:solidFill>
                <a:latin typeface="Inter Tight"/>
                <a:ea typeface="Inter Tight"/>
                <a:cs typeface="Inter Tight"/>
              </a:defRPr>
            </a:lvl9pPr>
          </a:lstStyle>
          <a:p xmlns:a="http://schemas.openxmlformats.org/drawingml/2006/main"/>
        </p:txBody>
      </p:sp>
      <p:sp>
        <p:nvSpPr>
          <p:cNvPr id="289" name="Google Shape;289;p50">
            <a:extLst xmlns:a="http://schemas.openxmlformats.org/drawingml/2006/main">
              <a:ext uri="{FF2B5EF4-FFF2-40B4-BE49-F238E27FC236}">
                <a16:creationId xmlns:a16="http://schemas.microsoft.com/office/drawing/2014/main" id="{2FCBAA5E-271D-4D1B-A965-3DF296208EE3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5222875" y="1012475"/>
            <a:ext cx="3288300" cy="3638100"/>
          </a:xfrm>
          <a:prstGeom xmlns:a="http://schemas.openxmlformats.org/drawingml/2006/main" prst="round1Rect">
            <a:avLst>
              <a:gd name="adj" fmla="val 19383"/>
            </a:avLst>
          </a:prstGeom>
          <a:noFill xmlns:a="http://schemas.openxmlformats.org/drawingml/2006/main"/>
          <a:ln xmlns:a="http://schemas.openxmlformats.org/drawingml/2006/main" w="952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</p:sp>
    </p:spTree>
  </p:cSld>
</p:sldLayout>
</file>

<file path=ppt/slideLayouts/slideLayout48.xml><?xml version="1.0" encoding="utf-8"?>
<p:sldLayout xmlns:p="http://schemas.openxmlformats.org/presentationml/2006/main" matchingName="Section title and description">
  <p:cSld name="SECTION_TITLE_AND_DESCRIPTION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96" name="Google Shape;291;p5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c8622c8f113414a">
            <a:alphaModFix amt="50000"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-6413900" y="-4249400"/>
            <a:ext cx="15557900" cy="13181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92" name="Google Shape;292;p51">
            <a:extLst xmlns:a="http://schemas.openxmlformats.org/drawingml/2006/main">
              <a:ext uri="{FF2B5EF4-FFF2-40B4-BE49-F238E27FC236}">
                <a16:creationId xmlns:a16="http://schemas.microsoft.com/office/drawing/2014/main" id="{3BFC0591-42A3-4F27-8B41-DCFB0913E1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13050" y="1686275"/>
            <a:ext cx="3634500" cy="131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sp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700"/>
              <a:buFont typeface="Inter Tight SemiBold"/>
              <a:buNone/>
              <a:defRPr sz="3700">
                <a:solidFill>
                  <a:schemeClr val="lt2"/>
                </a:solidFill>
                <a:latin typeface="Inter Tight SemiBold"/>
                <a:ea typeface="Inter Tight SemiBold"/>
                <a:cs typeface="Inter Tight SemiBold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700"/>
              <a:buNone/>
              <a:defRPr sz="3700">
                <a:solidFill>
                  <a:schemeClr val="lt2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700"/>
              <a:buNone/>
              <a:defRPr sz="3700">
                <a:solidFill>
                  <a:schemeClr val="lt2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700"/>
              <a:buNone/>
              <a:defRPr sz="3700">
                <a:solidFill>
                  <a:schemeClr val="lt2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700"/>
              <a:buNone/>
              <a:defRPr sz="3700">
                <a:solidFill>
                  <a:schemeClr val="lt2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700"/>
              <a:buNone/>
              <a:defRPr sz="3700">
                <a:solidFill>
                  <a:schemeClr val="lt2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700"/>
              <a:buNone/>
              <a:defRPr sz="3700">
                <a:solidFill>
                  <a:schemeClr val="lt2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700"/>
              <a:buNone/>
              <a:defRPr sz="3700">
                <a:solidFill>
                  <a:schemeClr val="lt2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700"/>
              <a:buNone/>
              <a:defRPr sz="3700">
                <a:solidFill>
                  <a:schemeClr val="lt2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293" name="Google Shape;293;p51">
            <a:extLst xmlns:a="http://schemas.openxmlformats.org/drawingml/2006/main">
              <a:ext uri="{FF2B5EF4-FFF2-40B4-BE49-F238E27FC236}">
                <a16:creationId xmlns:a16="http://schemas.microsoft.com/office/drawing/2014/main" id="{273EF65D-D80A-45AA-9D8C-B99A28C756F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513050" y="2996425"/>
            <a:ext cx="3634500" cy="46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sz="1600">
                <a:solidFill>
                  <a:schemeClr val="lt2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294" name="Google Shape;294;p51">
            <a:extLst xmlns:a="http://schemas.openxmlformats.org/drawingml/2006/main">
              <a:ext uri="{FF2B5EF4-FFF2-40B4-BE49-F238E27FC236}">
                <a16:creationId xmlns:a16="http://schemas.microsoft.com/office/drawing/2014/main" id="{40CF8A73-41A9-431F-9DA3-8F13373E4A55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4885050" y="933050"/>
            <a:ext cx="3968700" cy="3678600"/>
          </a:xfrm>
          <a:prstGeom xmlns:a="http://schemas.openxmlformats.org/drawingml/2006/main" prst="round1Rect">
            <a:avLst>
              <a:gd name="adj" fmla="val 19383"/>
            </a:avLst>
          </a:prstGeom>
          <a:noFill xmlns:a="http://schemas.openxmlformats.org/drawingml/2006/main"/>
          <a:ln xmlns:a="http://schemas.openxmlformats.org/drawingml/2006/main" w="952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</p:sp>
    </p:spTree>
  </p:cSld>
</p:sldLayout>
</file>

<file path=ppt/slideLayouts/slideLayout49.xml><?xml version="1.0" encoding="utf-8"?>
<p:sldLayout xmlns:p="http://schemas.openxmlformats.org/presentationml/2006/main" matchingName="Caption">
  <p:cSld name="CAPTION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6" name="Google Shape;296;p52">
            <a:extLst xmlns:a="http://schemas.openxmlformats.org/drawingml/2006/main">
              <a:ext uri="{FF2B5EF4-FFF2-40B4-BE49-F238E27FC236}">
                <a16:creationId xmlns:a16="http://schemas.microsoft.com/office/drawing/2014/main" id="{6DC8FEFF-5DA7-4011-A0DF-B989BD0B101C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-25" y="-13725"/>
            <a:ext cx="9144000" cy="51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pic>
        <p:nvPicPr>
          <p:cNvPr id="299" name="Google Shape;297;p5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6de87522ba5494b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462725" y="474600"/>
            <a:ext cx="1149450" cy="2811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50.xml><?xml version="1.0" encoding="utf-8"?>
<p:sldLayout xmlns:p="http://schemas.openxmlformats.org/presentationml/2006/main" matchingName="Big number">
  <p:cSld name="BIG_NUMBER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05" name="Google Shape;299;p5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df56152dd2a4db9">
            <a:alphaModFix amt="50000"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62200" y="-2926675"/>
            <a:ext cx="15557900" cy="13181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00" name="Google Shape;300;p53">
            <a:extLst xmlns:a="http://schemas.openxmlformats.org/drawingml/2006/main">
              <a:ext uri="{FF2B5EF4-FFF2-40B4-BE49-F238E27FC236}">
                <a16:creationId xmlns:a16="http://schemas.microsoft.com/office/drawing/2014/main" id="{F908B788-47EE-4B47-ACA0-E0838DC9B18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881575" y="1857550"/>
            <a:ext cx="4549200" cy="93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300"/>
              <a:buFont typeface="Inter Tight"/>
              <a:buNone/>
              <a:defRPr sz="6700" b="1">
                <a:solidFill>
                  <a:schemeClr val="lt2"/>
                </a:solidFill>
                <a:latin typeface="Inter Tight"/>
                <a:ea typeface="Inter Tight"/>
                <a:cs typeface="Inter Tight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600"/>
              <a:buFont typeface="Poppins Medium"/>
              <a:buNone/>
              <a:defRPr sz="9600">
                <a:solidFill>
                  <a:schemeClr val="lt2"/>
                </a:solidFill>
                <a:latin typeface="Poppins Medium"/>
                <a:ea typeface="Poppins Medium"/>
                <a:cs typeface="Poppins Medium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600"/>
              <a:buFont typeface="Poppins Medium"/>
              <a:buNone/>
              <a:defRPr sz="9600">
                <a:solidFill>
                  <a:schemeClr val="lt2"/>
                </a:solidFill>
                <a:latin typeface="Poppins Medium"/>
                <a:ea typeface="Poppins Medium"/>
                <a:cs typeface="Poppins Medium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600"/>
              <a:buFont typeface="Poppins Medium"/>
              <a:buNone/>
              <a:defRPr sz="9600">
                <a:solidFill>
                  <a:schemeClr val="lt2"/>
                </a:solidFill>
                <a:latin typeface="Poppins Medium"/>
                <a:ea typeface="Poppins Medium"/>
                <a:cs typeface="Poppins Medium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600"/>
              <a:buFont typeface="Poppins Medium"/>
              <a:buNone/>
              <a:defRPr sz="9600">
                <a:solidFill>
                  <a:schemeClr val="lt2"/>
                </a:solidFill>
                <a:latin typeface="Poppins Medium"/>
                <a:ea typeface="Poppins Medium"/>
                <a:cs typeface="Poppins Medium"/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600"/>
              <a:buFont typeface="Poppins Medium"/>
              <a:buNone/>
              <a:defRPr sz="9600">
                <a:solidFill>
                  <a:schemeClr val="lt2"/>
                </a:solidFill>
                <a:latin typeface="Poppins Medium"/>
                <a:ea typeface="Poppins Medium"/>
                <a:cs typeface="Poppins Medium"/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600"/>
              <a:buFont typeface="Poppins Medium"/>
              <a:buNone/>
              <a:defRPr sz="9600">
                <a:solidFill>
                  <a:schemeClr val="lt2"/>
                </a:solidFill>
                <a:latin typeface="Poppins Medium"/>
                <a:ea typeface="Poppins Medium"/>
                <a:cs typeface="Poppins Medium"/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600"/>
              <a:buFont typeface="Poppins Medium"/>
              <a:buNone/>
              <a:defRPr sz="9600">
                <a:solidFill>
                  <a:schemeClr val="lt2"/>
                </a:solidFill>
                <a:latin typeface="Poppins Medium"/>
                <a:ea typeface="Poppins Medium"/>
                <a:cs typeface="Poppins Medium"/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600"/>
              <a:buFont typeface="Poppins Medium"/>
              <a:buNone/>
              <a:defRPr sz="9600">
                <a:solidFill>
                  <a:schemeClr val="lt2"/>
                </a:solidFill>
                <a:latin typeface="Poppins Medium"/>
                <a:ea typeface="Poppins Medium"/>
                <a:cs typeface="Poppins Medium"/>
              </a:defRPr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301" name="Google Shape;301;p53">
            <a:extLst xmlns:a="http://schemas.openxmlformats.org/drawingml/2006/main">
              <a:ext uri="{FF2B5EF4-FFF2-40B4-BE49-F238E27FC236}">
                <a16:creationId xmlns:a16="http://schemas.microsoft.com/office/drawing/2014/main" id="{1F794F77-D925-4731-ABB3-02CDF571B44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881575" y="2788850"/>
            <a:ext cx="4549200" cy="497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 xmlns:a="http://schemas.openxmlformats.org/drawingml/2006/main"/>
        </p:txBody>
      </p:sp>
      <p:sp>
        <p:nvSpPr>
          <p:cNvPr id="302" name="Google Shape;302;p53">
            <a:extLst xmlns:a="http://schemas.openxmlformats.org/drawingml/2006/main">
              <a:ext uri="{FF2B5EF4-FFF2-40B4-BE49-F238E27FC236}">
                <a16:creationId xmlns:a16="http://schemas.microsoft.com/office/drawing/2014/main" id="{510E1532-0C04-4F01-BAC2-751C0BE1E99B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0" y="0"/>
            <a:ext cx="4434300" cy="5143500"/>
          </a:xfrm>
          <a:prstGeom xmlns:a="http://schemas.openxmlformats.org/drawingml/2006/main" prst="round1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952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</p:sp>
      <p:pic>
        <p:nvPicPr>
          <p:cNvPr id="309" name="Google Shape;303;p5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4a4e913fc24419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462725" y="474600"/>
            <a:ext cx="1149450" cy="2811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51.xml><?xml version="1.0" encoding="utf-8"?>
<p:sldLayout xmlns:p="http://schemas.openxmlformats.org/presentationml/2006/main" matchingName="Blank" type="blank">
  <p:cSld name="BLANK">
    <p:bg>
      <p:bgPr>
        <a:noFill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Google Shape;305;p5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4f012068316458b">
            <a:alphaModFix amt="60000"/>
          </a:blip>
          <a:srcRect xmlns:a="http://schemas.openxmlformats.org/drawingml/2006/main" l="-7670" t="-7760" r="7670" b="7760"/>
          <a:stretch xmlns:a="http://schemas.openxmlformats.org/drawingml/2006/main"/>
        </p:blipFill>
        <p:spPr>
          <a:xfrm xmlns:a="http://schemas.openxmlformats.org/drawingml/2006/main">
            <a:off x="-1997675" y="-2850125"/>
            <a:ext cx="18452950" cy="1563427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5" name="Google Shape;306;p5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4f012068316458b">
            <a:alphaModFix amt="30000"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-7567875" y="-6178025"/>
            <a:ext cx="18452950" cy="1563427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6" name="Google Shape;307;p5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4f012068316458b">
            <a:alphaModFix amt="20000"/>
          </a:blip>
          <a:srcRect xmlns:a="http://schemas.openxmlformats.org/drawingml/2006/main" l="-7670" t="-7760" r="7670" b="7760"/>
          <a:stretch xmlns:a="http://schemas.openxmlformats.org/drawingml/2006/main"/>
        </p:blipFill>
        <p:spPr>
          <a:xfrm xmlns:a="http://schemas.openxmlformats.org/drawingml/2006/main">
            <a:off x="-8953325" y="-2070800"/>
            <a:ext cx="18452950" cy="1563427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52.xml><?xml version="1.0" encoding="utf-8"?>
<p:sldLayout xmlns:p="http://schemas.openxmlformats.org/presentationml/2006/main" matchingName="Table of contents">
  <p:cSld name="BLANK_1_1_1_1_1_1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31" name="Google Shape;309;p5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7fd281288e84498">
            <a:alphaModFix amt="50000"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-6413900" y="-4249400"/>
            <a:ext cx="15557900" cy="13181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10" name="Google Shape;310;p55">
            <a:extLst xmlns:a="http://schemas.openxmlformats.org/drawingml/2006/main">
              <a:ext uri="{FF2B5EF4-FFF2-40B4-BE49-F238E27FC236}">
                <a16:creationId xmlns:a16="http://schemas.microsoft.com/office/drawing/2014/main" id="{85CA0F64-EA8F-4D88-ADD0-C13BB408710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00" y="445025"/>
            <a:ext cx="77040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 SemiBold"/>
              <a:buNone/>
              <a:defRPr>
                <a:solidFill>
                  <a:schemeClr val="lt2"/>
                </a:solidFill>
                <a:latin typeface="Inter Tight SemiBold"/>
                <a:ea typeface="Inter Tight SemiBold"/>
                <a:cs typeface="Inter Tight SemiBold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"/>
              <a:buNone/>
              <a:defRPr b="1">
                <a:solidFill>
                  <a:schemeClr val="lt2"/>
                </a:solidFill>
                <a:latin typeface="Inter Tight"/>
                <a:ea typeface="Inter Tight"/>
                <a:cs typeface="Inter Tight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"/>
              <a:buNone/>
              <a:defRPr b="1">
                <a:solidFill>
                  <a:schemeClr val="lt2"/>
                </a:solidFill>
                <a:latin typeface="Inter Tight"/>
                <a:ea typeface="Inter Tight"/>
                <a:cs typeface="Inter Tight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"/>
              <a:buNone/>
              <a:defRPr b="1">
                <a:solidFill>
                  <a:schemeClr val="lt2"/>
                </a:solidFill>
                <a:latin typeface="Inter Tight"/>
                <a:ea typeface="Inter Tight"/>
                <a:cs typeface="Inter Tight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"/>
              <a:buNone/>
              <a:defRPr b="1">
                <a:solidFill>
                  <a:schemeClr val="lt2"/>
                </a:solidFill>
                <a:latin typeface="Inter Tight"/>
                <a:ea typeface="Inter Tight"/>
                <a:cs typeface="Inter Tight"/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"/>
              <a:buNone/>
              <a:defRPr b="1">
                <a:solidFill>
                  <a:schemeClr val="lt2"/>
                </a:solidFill>
                <a:latin typeface="Inter Tight"/>
                <a:ea typeface="Inter Tight"/>
                <a:cs typeface="Inter Tight"/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"/>
              <a:buNone/>
              <a:defRPr b="1">
                <a:solidFill>
                  <a:schemeClr val="lt2"/>
                </a:solidFill>
                <a:latin typeface="Inter Tight"/>
                <a:ea typeface="Inter Tight"/>
                <a:cs typeface="Inter Tight"/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"/>
              <a:buNone/>
              <a:defRPr b="1">
                <a:solidFill>
                  <a:schemeClr val="lt2"/>
                </a:solidFill>
                <a:latin typeface="Inter Tight"/>
                <a:ea typeface="Inter Tight"/>
                <a:cs typeface="Inter Tight"/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"/>
              <a:buNone/>
              <a:defRPr b="1">
                <a:solidFill>
                  <a:schemeClr val="lt2"/>
                </a:solidFill>
                <a:latin typeface="Inter Tight"/>
                <a:ea typeface="Inter Tight"/>
                <a:cs typeface="Inter Tight"/>
              </a:defRPr>
            </a:lvl9pPr>
          </a:lstStyle>
          <a:p xmlns:a="http://schemas.openxmlformats.org/drawingml/2006/main"/>
        </p:txBody>
      </p:sp>
      <p:sp>
        <p:nvSpPr>
          <p:cNvPr id="311" name="Google Shape;311;p55">
            <a:extLst xmlns:a="http://schemas.openxmlformats.org/drawingml/2006/main">
              <a:ext uri="{FF2B5EF4-FFF2-40B4-BE49-F238E27FC236}">
                <a16:creationId xmlns:a16="http://schemas.microsoft.com/office/drawing/2014/main" id="{09DAB3DC-5064-43B5-A731-0B15B9A3B7B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719975" y="2408943"/>
            <a:ext cx="23055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 xmlns:a="http://schemas.openxmlformats.org/drawingml/2006/main"/>
        </p:txBody>
      </p:sp>
      <p:sp>
        <p:nvSpPr>
          <p:cNvPr id="312" name="Google Shape;312;p55">
            <a:extLst xmlns:a="http://schemas.openxmlformats.org/drawingml/2006/main">
              <a:ext uri="{FF2B5EF4-FFF2-40B4-BE49-F238E27FC236}">
                <a16:creationId xmlns:a16="http://schemas.microsoft.com/office/drawing/2014/main" id="{136CBA44-4D1C-4FC0-94A3-4DF52E2BF163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3419246" y="2408943"/>
            <a:ext cx="23055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 xmlns:a="http://schemas.openxmlformats.org/drawingml/2006/main"/>
        </p:txBody>
      </p:sp>
      <p:sp>
        <p:nvSpPr>
          <p:cNvPr id="313" name="Google Shape;313;p55">
            <a:extLst xmlns:a="http://schemas.openxmlformats.org/drawingml/2006/main">
              <a:ext uri="{FF2B5EF4-FFF2-40B4-BE49-F238E27FC236}">
                <a16:creationId xmlns:a16="http://schemas.microsoft.com/office/drawing/2014/main" id="{3715547C-EAC1-457B-BAEB-8DB4BF67EAF9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6118524" y="2408943"/>
            <a:ext cx="23055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 xmlns:a="http://schemas.openxmlformats.org/drawingml/2006/main"/>
        </p:txBody>
      </p:sp>
      <p:sp>
        <p:nvSpPr>
          <p:cNvPr id="314" name="Google Shape;314;p55">
            <a:extLst xmlns:a="http://schemas.openxmlformats.org/drawingml/2006/main">
              <a:ext uri="{FF2B5EF4-FFF2-40B4-BE49-F238E27FC236}">
                <a16:creationId xmlns:a16="http://schemas.microsoft.com/office/drawing/2014/main" id="{49DA1250-4F15-4D73-AC99-A545B4303ED9}"/>
              </a:ext>
            </a:extLst>
          </p:cNvPr>
          <p:cNvSpPr>
            <a:spLocks xmlns:a="http://schemas.openxmlformats.org/drawingml/2006/main" noGrp="1"/>
          </p:cNvSpPr>
          <p:nvPr>
            <p:ph type="title" idx="4"/>
          </p:nvPr>
        </p:nvSpPr>
        <p:spPr>
          <a:xfrm xmlns:a="http://schemas.openxmlformats.org/drawingml/2006/main">
            <a:off x="719975" y="1281850"/>
            <a:ext cx="939300" cy="6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"/>
              <a:buNone/>
              <a:defRPr b="1">
                <a:solidFill>
                  <a:schemeClr val="lt2"/>
                </a:solidFill>
                <a:latin typeface="Inter Tight"/>
                <a:ea typeface="Inter Tight"/>
                <a:cs typeface="Inter Tight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"/>
              <a:buNone/>
              <a:defRPr b="1">
                <a:solidFill>
                  <a:schemeClr val="lt2"/>
                </a:solidFill>
                <a:latin typeface="Inter Tight"/>
                <a:ea typeface="Inter Tight"/>
                <a:cs typeface="Inter Tight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"/>
              <a:buNone/>
              <a:defRPr b="1">
                <a:solidFill>
                  <a:schemeClr val="lt2"/>
                </a:solidFill>
                <a:latin typeface="Inter Tight"/>
                <a:ea typeface="Inter Tight"/>
                <a:cs typeface="Inter Tight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"/>
              <a:buNone/>
              <a:defRPr b="1">
                <a:solidFill>
                  <a:schemeClr val="lt2"/>
                </a:solidFill>
                <a:latin typeface="Inter Tight"/>
                <a:ea typeface="Inter Tight"/>
                <a:cs typeface="Inter Tight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"/>
              <a:buNone/>
              <a:defRPr b="1">
                <a:solidFill>
                  <a:schemeClr val="lt2"/>
                </a:solidFill>
                <a:latin typeface="Inter Tight"/>
                <a:ea typeface="Inter Tight"/>
                <a:cs typeface="Inter Tight"/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"/>
              <a:buNone/>
              <a:defRPr b="1">
                <a:solidFill>
                  <a:schemeClr val="lt2"/>
                </a:solidFill>
                <a:latin typeface="Inter Tight"/>
                <a:ea typeface="Inter Tight"/>
                <a:cs typeface="Inter Tight"/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"/>
              <a:buNone/>
              <a:defRPr b="1">
                <a:solidFill>
                  <a:schemeClr val="lt2"/>
                </a:solidFill>
                <a:latin typeface="Inter Tight"/>
                <a:ea typeface="Inter Tight"/>
                <a:cs typeface="Inter Tight"/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"/>
              <a:buNone/>
              <a:defRPr b="1">
                <a:solidFill>
                  <a:schemeClr val="lt2"/>
                </a:solidFill>
                <a:latin typeface="Inter Tight"/>
                <a:ea typeface="Inter Tight"/>
                <a:cs typeface="Inter Tight"/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"/>
              <a:buNone/>
              <a:defRPr b="1">
                <a:solidFill>
                  <a:schemeClr val="lt2"/>
                </a:solidFill>
                <a:latin typeface="Inter Tight"/>
                <a:ea typeface="Inter Tight"/>
                <a:cs typeface="Inter Tight"/>
              </a:defRPr>
            </a:lvl9pPr>
          </a:lstStyle>
          <a:p xmlns:a="http://schemas.openxmlformats.org/drawingml/2006/main"/>
        </p:txBody>
      </p:sp>
      <p:sp>
        <p:nvSpPr>
          <p:cNvPr id="315" name="Google Shape;315;p55">
            <a:extLst xmlns:a="http://schemas.openxmlformats.org/drawingml/2006/main">
              <a:ext uri="{FF2B5EF4-FFF2-40B4-BE49-F238E27FC236}">
                <a16:creationId xmlns:a16="http://schemas.microsoft.com/office/drawing/2014/main" id="{53318040-676E-4C70-972C-A84B5DF0C856}"/>
              </a:ext>
            </a:extLst>
          </p:cNvPr>
          <p:cNvSpPr>
            <a:spLocks xmlns:a="http://schemas.openxmlformats.org/drawingml/2006/main" noGrp="1"/>
          </p:cNvSpPr>
          <p:nvPr>
            <p:ph type="title" idx="5"/>
          </p:nvPr>
        </p:nvSpPr>
        <p:spPr>
          <a:xfrm xmlns:a="http://schemas.openxmlformats.org/drawingml/2006/main">
            <a:off x="3419251" y="1281850"/>
            <a:ext cx="971100" cy="6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"/>
              <a:buNone/>
              <a:defRPr b="1">
                <a:solidFill>
                  <a:schemeClr val="lt2"/>
                </a:solidFill>
                <a:latin typeface="Inter Tight"/>
                <a:ea typeface="Inter Tight"/>
                <a:cs typeface="Inter Tight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"/>
              <a:buNone/>
              <a:defRPr b="1">
                <a:solidFill>
                  <a:schemeClr val="lt2"/>
                </a:solidFill>
                <a:latin typeface="Inter Tight"/>
                <a:ea typeface="Inter Tight"/>
                <a:cs typeface="Inter Tight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"/>
              <a:buNone/>
              <a:defRPr b="1">
                <a:solidFill>
                  <a:schemeClr val="lt2"/>
                </a:solidFill>
                <a:latin typeface="Inter Tight"/>
                <a:ea typeface="Inter Tight"/>
                <a:cs typeface="Inter Tight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"/>
              <a:buNone/>
              <a:defRPr b="1">
                <a:solidFill>
                  <a:schemeClr val="lt2"/>
                </a:solidFill>
                <a:latin typeface="Inter Tight"/>
                <a:ea typeface="Inter Tight"/>
                <a:cs typeface="Inter Tight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"/>
              <a:buNone/>
              <a:defRPr b="1">
                <a:solidFill>
                  <a:schemeClr val="lt2"/>
                </a:solidFill>
                <a:latin typeface="Inter Tight"/>
                <a:ea typeface="Inter Tight"/>
                <a:cs typeface="Inter Tight"/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"/>
              <a:buNone/>
              <a:defRPr b="1">
                <a:solidFill>
                  <a:schemeClr val="lt2"/>
                </a:solidFill>
                <a:latin typeface="Inter Tight"/>
                <a:ea typeface="Inter Tight"/>
                <a:cs typeface="Inter Tight"/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"/>
              <a:buNone/>
              <a:defRPr b="1">
                <a:solidFill>
                  <a:schemeClr val="lt2"/>
                </a:solidFill>
                <a:latin typeface="Inter Tight"/>
                <a:ea typeface="Inter Tight"/>
                <a:cs typeface="Inter Tight"/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"/>
              <a:buNone/>
              <a:defRPr b="1">
                <a:solidFill>
                  <a:schemeClr val="lt2"/>
                </a:solidFill>
                <a:latin typeface="Inter Tight"/>
                <a:ea typeface="Inter Tight"/>
                <a:cs typeface="Inter Tight"/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"/>
              <a:buNone/>
              <a:defRPr b="1">
                <a:solidFill>
                  <a:schemeClr val="lt2"/>
                </a:solidFill>
                <a:latin typeface="Inter Tight"/>
                <a:ea typeface="Inter Tight"/>
                <a:cs typeface="Inter Tight"/>
              </a:defRPr>
            </a:lvl9pPr>
          </a:lstStyle>
          <a:p xmlns:a="http://schemas.openxmlformats.org/drawingml/2006/main"/>
        </p:txBody>
      </p:sp>
      <p:sp>
        <p:nvSpPr>
          <p:cNvPr id="316" name="Google Shape;316;p55">
            <a:extLst xmlns:a="http://schemas.openxmlformats.org/drawingml/2006/main">
              <a:ext uri="{FF2B5EF4-FFF2-40B4-BE49-F238E27FC236}">
                <a16:creationId xmlns:a16="http://schemas.microsoft.com/office/drawing/2014/main" id="{408789E5-2951-4F2E-9C8D-CA4131E4B92C}"/>
              </a:ext>
            </a:extLst>
          </p:cNvPr>
          <p:cNvSpPr>
            <a:spLocks xmlns:a="http://schemas.openxmlformats.org/drawingml/2006/main" noGrp="1"/>
          </p:cNvSpPr>
          <p:nvPr>
            <p:ph type="title" idx="6"/>
          </p:nvPr>
        </p:nvSpPr>
        <p:spPr>
          <a:xfrm xmlns:a="http://schemas.openxmlformats.org/drawingml/2006/main">
            <a:off x="6118525" y="1281850"/>
            <a:ext cx="1145400" cy="6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"/>
              <a:buNone/>
              <a:defRPr b="1">
                <a:solidFill>
                  <a:schemeClr val="lt2"/>
                </a:solidFill>
                <a:latin typeface="Inter Tight"/>
                <a:ea typeface="Inter Tight"/>
                <a:cs typeface="Inter Tight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"/>
              <a:buNone/>
              <a:defRPr b="1">
                <a:solidFill>
                  <a:schemeClr val="lt2"/>
                </a:solidFill>
                <a:latin typeface="Inter Tight"/>
                <a:ea typeface="Inter Tight"/>
                <a:cs typeface="Inter Tight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"/>
              <a:buNone/>
              <a:defRPr b="1">
                <a:solidFill>
                  <a:schemeClr val="lt2"/>
                </a:solidFill>
                <a:latin typeface="Inter Tight"/>
                <a:ea typeface="Inter Tight"/>
                <a:cs typeface="Inter Tight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"/>
              <a:buNone/>
              <a:defRPr b="1">
                <a:solidFill>
                  <a:schemeClr val="lt2"/>
                </a:solidFill>
                <a:latin typeface="Inter Tight"/>
                <a:ea typeface="Inter Tight"/>
                <a:cs typeface="Inter Tight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"/>
              <a:buNone/>
              <a:defRPr b="1">
                <a:solidFill>
                  <a:schemeClr val="lt2"/>
                </a:solidFill>
                <a:latin typeface="Inter Tight"/>
                <a:ea typeface="Inter Tight"/>
                <a:cs typeface="Inter Tight"/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"/>
              <a:buNone/>
              <a:defRPr b="1">
                <a:solidFill>
                  <a:schemeClr val="lt2"/>
                </a:solidFill>
                <a:latin typeface="Inter Tight"/>
                <a:ea typeface="Inter Tight"/>
                <a:cs typeface="Inter Tight"/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"/>
              <a:buNone/>
              <a:defRPr b="1">
                <a:solidFill>
                  <a:schemeClr val="lt2"/>
                </a:solidFill>
                <a:latin typeface="Inter Tight"/>
                <a:ea typeface="Inter Tight"/>
                <a:cs typeface="Inter Tight"/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"/>
              <a:buNone/>
              <a:defRPr b="1">
                <a:solidFill>
                  <a:schemeClr val="lt2"/>
                </a:solidFill>
                <a:latin typeface="Inter Tight"/>
                <a:ea typeface="Inter Tight"/>
                <a:cs typeface="Inter Tight"/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"/>
              <a:buNone/>
              <a:defRPr b="1">
                <a:solidFill>
                  <a:schemeClr val="lt2"/>
                </a:solidFill>
                <a:latin typeface="Inter Tight"/>
                <a:ea typeface="Inter Tight"/>
                <a:cs typeface="Inter Tight"/>
              </a:defRPr>
            </a:lvl9pPr>
          </a:lstStyle>
          <a:p xmlns:a="http://schemas.openxmlformats.org/drawingml/2006/main"/>
        </p:txBody>
      </p:sp>
      <p:sp>
        <p:nvSpPr>
          <p:cNvPr id="317" name="Google Shape;317;p55">
            <a:extLst xmlns:a="http://schemas.openxmlformats.org/drawingml/2006/main">
              <a:ext uri="{FF2B5EF4-FFF2-40B4-BE49-F238E27FC236}">
                <a16:creationId xmlns:a16="http://schemas.microsoft.com/office/drawing/2014/main" id="{2B47B5FA-2526-4F22-B9A2-8C1C372B4600}"/>
              </a:ext>
            </a:extLst>
          </p:cNvPr>
          <p:cNvSpPr>
            <a:spLocks xmlns:a="http://schemas.openxmlformats.org/drawingml/2006/main" noGrp="1"/>
          </p:cNvSpPr>
          <p:nvPr>
            <p:ph type="subTitle" idx="7"/>
          </p:nvPr>
        </p:nvSpPr>
        <p:spPr>
          <a:xfrm xmlns:a="http://schemas.openxmlformats.org/drawingml/2006/main">
            <a:off x="719975" y="1952598"/>
            <a:ext cx="23055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  <a:latin typeface="Inter Tight Medium"/>
                <a:ea typeface="Inter Tight Medium"/>
                <a:cs typeface="Inter Tight Medium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b="1">
                <a:solidFill>
                  <a:schemeClr val="lt2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b="1">
                <a:solidFill>
                  <a:schemeClr val="lt2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b="1">
                <a:solidFill>
                  <a:schemeClr val="lt2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b="1">
                <a:solidFill>
                  <a:schemeClr val="lt2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b="1">
                <a:solidFill>
                  <a:schemeClr val="lt2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b="1">
                <a:solidFill>
                  <a:schemeClr val="lt2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b="1">
                <a:solidFill>
                  <a:schemeClr val="lt2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b="1">
                <a:solidFill>
                  <a:schemeClr val="lt2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318" name="Google Shape;318;p55">
            <a:extLst xmlns:a="http://schemas.openxmlformats.org/drawingml/2006/main">
              <a:ext uri="{FF2B5EF4-FFF2-40B4-BE49-F238E27FC236}">
                <a16:creationId xmlns:a16="http://schemas.microsoft.com/office/drawing/2014/main" id="{DA8775EE-87A2-47C6-8AFB-204EE55C16B9}"/>
              </a:ext>
            </a:extLst>
          </p:cNvPr>
          <p:cNvSpPr>
            <a:spLocks xmlns:a="http://schemas.openxmlformats.org/drawingml/2006/main" noGrp="1"/>
          </p:cNvSpPr>
          <p:nvPr>
            <p:ph type="subTitle" idx="8"/>
          </p:nvPr>
        </p:nvSpPr>
        <p:spPr>
          <a:xfrm xmlns:a="http://schemas.openxmlformats.org/drawingml/2006/main">
            <a:off x="3419246" y="1952598"/>
            <a:ext cx="23055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  <a:latin typeface="Inter Tight Medium"/>
                <a:ea typeface="Inter Tight Medium"/>
                <a:cs typeface="Inter Tight Medium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b="1">
                <a:solidFill>
                  <a:schemeClr val="lt2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b="1">
                <a:solidFill>
                  <a:schemeClr val="lt2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b="1">
                <a:solidFill>
                  <a:schemeClr val="lt2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b="1">
                <a:solidFill>
                  <a:schemeClr val="lt2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b="1">
                <a:solidFill>
                  <a:schemeClr val="lt2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b="1">
                <a:solidFill>
                  <a:schemeClr val="lt2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b="1">
                <a:solidFill>
                  <a:schemeClr val="lt2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b="1">
                <a:solidFill>
                  <a:schemeClr val="lt2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319" name="Google Shape;319;p55">
            <a:extLst xmlns:a="http://schemas.openxmlformats.org/drawingml/2006/main">
              <a:ext uri="{FF2B5EF4-FFF2-40B4-BE49-F238E27FC236}">
                <a16:creationId xmlns:a16="http://schemas.microsoft.com/office/drawing/2014/main" id="{D2D3BED1-D05E-4C5C-809D-793045E4447A}"/>
              </a:ext>
            </a:extLst>
          </p:cNvPr>
          <p:cNvSpPr>
            <a:spLocks xmlns:a="http://schemas.openxmlformats.org/drawingml/2006/main" noGrp="1"/>
          </p:cNvSpPr>
          <p:nvPr>
            <p:ph type="subTitle" idx="9"/>
          </p:nvPr>
        </p:nvSpPr>
        <p:spPr>
          <a:xfrm xmlns:a="http://schemas.openxmlformats.org/drawingml/2006/main">
            <a:off x="6118525" y="1952598"/>
            <a:ext cx="23055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  <a:latin typeface="Inter Tight Medium"/>
                <a:ea typeface="Inter Tight Medium"/>
                <a:cs typeface="Inter Tight Medium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b="1">
                <a:solidFill>
                  <a:schemeClr val="lt2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b="1">
                <a:solidFill>
                  <a:schemeClr val="lt2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b="1">
                <a:solidFill>
                  <a:schemeClr val="lt2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b="1">
                <a:solidFill>
                  <a:schemeClr val="lt2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b="1">
                <a:solidFill>
                  <a:schemeClr val="lt2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b="1">
                <a:solidFill>
                  <a:schemeClr val="lt2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b="1">
                <a:solidFill>
                  <a:schemeClr val="lt2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b="1">
                <a:solidFill>
                  <a:schemeClr val="lt2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320" name="Google Shape;320;p55">
            <a:extLst xmlns:a="http://schemas.openxmlformats.org/drawingml/2006/main">
              <a:ext uri="{FF2B5EF4-FFF2-40B4-BE49-F238E27FC236}">
                <a16:creationId xmlns:a16="http://schemas.microsoft.com/office/drawing/2014/main" id="{17A43BC9-E990-4A80-8759-1B156A3F3064}"/>
              </a:ext>
            </a:extLst>
          </p:cNvPr>
          <p:cNvSpPr>
            <a:spLocks xmlns:a="http://schemas.openxmlformats.org/drawingml/2006/main" noGrp="1"/>
          </p:cNvSpPr>
          <p:nvPr>
            <p:ph type="subTitle" idx="13"/>
          </p:nvPr>
        </p:nvSpPr>
        <p:spPr>
          <a:xfrm xmlns:a="http://schemas.openxmlformats.org/drawingml/2006/main">
            <a:off x="719975" y="4273618"/>
            <a:ext cx="23055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 xmlns:a="http://schemas.openxmlformats.org/drawingml/2006/main"/>
        </p:txBody>
      </p:sp>
      <p:sp>
        <p:nvSpPr>
          <p:cNvPr id="321" name="Google Shape;321;p55">
            <a:extLst xmlns:a="http://schemas.openxmlformats.org/drawingml/2006/main">
              <a:ext uri="{FF2B5EF4-FFF2-40B4-BE49-F238E27FC236}">
                <a16:creationId xmlns:a16="http://schemas.microsoft.com/office/drawing/2014/main" id="{951E9D7D-D96B-4C41-9E0C-CC6DDEADB514}"/>
              </a:ext>
            </a:extLst>
          </p:cNvPr>
          <p:cNvSpPr>
            <a:spLocks xmlns:a="http://schemas.openxmlformats.org/drawingml/2006/main" noGrp="1"/>
          </p:cNvSpPr>
          <p:nvPr>
            <p:ph type="subTitle" idx="14"/>
          </p:nvPr>
        </p:nvSpPr>
        <p:spPr>
          <a:xfrm xmlns:a="http://schemas.openxmlformats.org/drawingml/2006/main">
            <a:off x="3419246" y="4273618"/>
            <a:ext cx="23055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 xmlns:a="http://schemas.openxmlformats.org/drawingml/2006/main"/>
        </p:txBody>
      </p:sp>
      <p:sp>
        <p:nvSpPr>
          <p:cNvPr id="322" name="Google Shape;322;p55">
            <a:extLst xmlns:a="http://schemas.openxmlformats.org/drawingml/2006/main">
              <a:ext uri="{FF2B5EF4-FFF2-40B4-BE49-F238E27FC236}">
                <a16:creationId xmlns:a16="http://schemas.microsoft.com/office/drawing/2014/main" id="{AF35B8C7-AC61-46FF-B574-E644C5A2F23D}"/>
              </a:ext>
            </a:extLst>
          </p:cNvPr>
          <p:cNvSpPr>
            <a:spLocks xmlns:a="http://schemas.openxmlformats.org/drawingml/2006/main" noGrp="1"/>
          </p:cNvSpPr>
          <p:nvPr>
            <p:ph type="subTitle" idx="15"/>
          </p:nvPr>
        </p:nvSpPr>
        <p:spPr>
          <a:xfrm xmlns:a="http://schemas.openxmlformats.org/drawingml/2006/main">
            <a:off x="6118524" y="4273618"/>
            <a:ext cx="23055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 xmlns:a="http://schemas.openxmlformats.org/drawingml/2006/main"/>
        </p:txBody>
      </p:sp>
      <p:sp>
        <p:nvSpPr>
          <p:cNvPr id="323" name="Google Shape;323;p55">
            <a:extLst xmlns:a="http://schemas.openxmlformats.org/drawingml/2006/main">
              <a:ext uri="{FF2B5EF4-FFF2-40B4-BE49-F238E27FC236}">
                <a16:creationId xmlns:a16="http://schemas.microsoft.com/office/drawing/2014/main" id="{43DAC20F-25BC-4F52-AD48-3B97EFEC1325}"/>
              </a:ext>
            </a:extLst>
          </p:cNvPr>
          <p:cNvSpPr>
            <a:spLocks xmlns:a="http://schemas.openxmlformats.org/drawingml/2006/main" noGrp="1"/>
          </p:cNvSpPr>
          <p:nvPr>
            <p:ph type="title" idx="16"/>
          </p:nvPr>
        </p:nvSpPr>
        <p:spPr>
          <a:xfrm xmlns:a="http://schemas.openxmlformats.org/drawingml/2006/main">
            <a:off x="719975" y="3146525"/>
            <a:ext cx="939300" cy="6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None/>
              <a:defRPr sz="3200">
                <a:solidFill>
                  <a:schemeClr val="lt2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None/>
              <a:defRPr sz="3200">
                <a:solidFill>
                  <a:schemeClr val="lt2"/>
                </a:solidFill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None/>
              <a:defRPr sz="3200">
                <a:solidFill>
                  <a:schemeClr val="lt2"/>
                </a:solidFill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None/>
              <a:defRPr sz="3200">
                <a:solidFill>
                  <a:schemeClr val="lt2"/>
                </a:solidFill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None/>
              <a:defRPr sz="3200">
                <a:solidFill>
                  <a:schemeClr val="lt2"/>
                </a:solidFill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None/>
              <a:defRPr sz="3200">
                <a:solidFill>
                  <a:schemeClr val="lt2"/>
                </a:solidFill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None/>
              <a:defRPr sz="3200">
                <a:solidFill>
                  <a:schemeClr val="lt2"/>
                </a:solidFill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None/>
              <a:defRPr sz="3200">
                <a:solidFill>
                  <a:schemeClr val="lt2"/>
                </a:solidFill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None/>
              <a:defRPr sz="3200">
                <a:solidFill>
                  <a:schemeClr val="lt2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324" name="Google Shape;324;p55">
            <a:extLst xmlns:a="http://schemas.openxmlformats.org/drawingml/2006/main">
              <a:ext uri="{FF2B5EF4-FFF2-40B4-BE49-F238E27FC236}">
                <a16:creationId xmlns:a16="http://schemas.microsoft.com/office/drawing/2014/main" id="{95A9DEFC-53BF-493A-8F48-37DEA4953129}"/>
              </a:ext>
            </a:extLst>
          </p:cNvPr>
          <p:cNvSpPr>
            <a:spLocks xmlns:a="http://schemas.openxmlformats.org/drawingml/2006/main" noGrp="1"/>
          </p:cNvSpPr>
          <p:nvPr>
            <p:ph type="title" idx="17"/>
          </p:nvPr>
        </p:nvSpPr>
        <p:spPr>
          <a:xfrm xmlns:a="http://schemas.openxmlformats.org/drawingml/2006/main">
            <a:off x="3419251" y="3146525"/>
            <a:ext cx="971100" cy="6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None/>
              <a:defRPr sz="3200">
                <a:solidFill>
                  <a:schemeClr val="lt2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None/>
              <a:defRPr sz="3200">
                <a:solidFill>
                  <a:schemeClr val="lt2"/>
                </a:solidFill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None/>
              <a:defRPr sz="3200">
                <a:solidFill>
                  <a:schemeClr val="lt2"/>
                </a:solidFill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None/>
              <a:defRPr sz="3200">
                <a:solidFill>
                  <a:schemeClr val="lt2"/>
                </a:solidFill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None/>
              <a:defRPr sz="3200">
                <a:solidFill>
                  <a:schemeClr val="lt2"/>
                </a:solidFill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None/>
              <a:defRPr sz="3200">
                <a:solidFill>
                  <a:schemeClr val="lt2"/>
                </a:solidFill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None/>
              <a:defRPr sz="3200">
                <a:solidFill>
                  <a:schemeClr val="lt2"/>
                </a:solidFill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None/>
              <a:defRPr sz="3200">
                <a:solidFill>
                  <a:schemeClr val="lt2"/>
                </a:solidFill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None/>
              <a:defRPr sz="3200">
                <a:solidFill>
                  <a:schemeClr val="lt2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325" name="Google Shape;325;p55">
            <a:extLst xmlns:a="http://schemas.openxmlformats.org/drawingml/2006/main">
              <a:ext uri="{FF2B5EF4-FFF2-40B4-BE49-F238E27FC236}">
                <a16:creationId xmlns:a16="http://schemas.microsoft.com/office/drawing/2014/main" id="{48B41D79-075A-4E92-B58B-DD15A86478FA}"/>
              </a:ext>
            </a:extLst>
          </p:cNvPr>
          <p:cNvSpPr>
            <a:spLocks xmlns:a="http://schemas.openxmlformats.org/drawingml/2006/main" noGrp="1"/>
          </p:cNvSpPr>
          <p:nvPr>
            <p:ph type="title" idx="18"/>
          </p:nvPr>
        </p:nvSpPr>
        <p:spPr>
          <a:xfrm xmlns:a="http://schemas.openxmlformats.org/drawingml/2006/main">
            <a:off x="6118525" y="3146525"/>
            <a:ext cx="1145400" cy="6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None/>
              <a:defRPr sz="3200">
                <a:solidFill>
                  <a:schemeClr val="lt2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None/>
              <a:defRPr sz="3200">
                <a:solidFill>
                  <a:schemeClr val="lt2"/>
                </a:solidFill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None/>
              <a:defRPr sz="3200">
                <a:solidFill>
                  <a:schemeClr val="lt2"/>
                </a:solidFill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None/>
              <a:defRPr sz="3200">
                <a:solidFill>
                  <a:schemeClr val="lt2"/>
                </a:solidFill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None/>
              <a:defRPr sz="3200">
                <a:solidFill>
                  <a:schemeClr val="lt2"/>
                </a:solidFill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None/>
              <a:defRPr sz="3200">
                <a:solidFill>
                  <a:schemeClr val="lt2"/>
                </a:solidFill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None/>
              <a:defRPr sz="3200">
                <a:solidFill>
                  <a:schemeClr val="lt2"/>
                </a:solidFill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None/>
              <a:defRPr sz="3200">
                <a:solidFill>
                  <a:schemeClr val="lt2"/>
                </a:solidFill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None/>
              <a:defRPr sz="3200">
                <a:solidFill>
                  <a:schemeClr val="lt2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326" name="Google Shape;326;p55">
            <a:extLst xmlns:a="http://schemas.openxmlformats.org/drawingml/2006/main">
              <a:ext uri="{FF2B5EF4-FFF2-40B4-BE49-F238E27FC236}">
                <a16:creationId xmlns:a16="http://schemas.microsoft.com/office/drawing/2014/main" id="{A71D2226-0D3C-4F3A-8BF0-4933FBCEDB2C}"/>
              </a:ext>
            </a:extLst>
          </p:cNvPr>
          <p:cNvSpPr>
            <a:spLocks xmlns:a="http://schemas.openxmlformats.org/drawingml/2006/main" noGrp="1"/>
          </p:cNvSpPr>
          <p:nvPr>
            <p:ph type="subTitle" idx="19"/>
          </p:nvPr>
        </p:nvSpPr>
        <p:spPr>
          <a:xfrm xmlns:a="http://schemas.openxmlformats.org/drawingml/2006/main">
            <a:off x="719975" y="3817273"/>
            <a:ext cx="23055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  <a:latin typeface="Inter Tight Medium"/>
                <a:ea typeface="Inter Tight Medium"/>
                <a:cs typeface="Inter Tight Medium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b="1">
                <a:solidFill>
                  <a:schemeClr val="lt2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b="1">
                <a:solidFill>
                  <a:schemeClr val="lt2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b="1">
                <a:solidFill>
                  <a:schemeClr val="lt2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b="1">
                <a:solidFill>
                  <a:schemeClr val="lt2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b="1">
                <a:solidFill>
                  <a:schemeClr val="lt2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b="1">
                <a:solidFill>
                  <a:schemeClr val="lt2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b="1">
                <a:solidFill>
                  <a:schemeClr val="lt2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b="1">
                <a:solidFill>
                  <a:schemeClr val="lt2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327" name="Google Shape;327;p55">
            <a:extLst xmlns:a="http://schemas.openxmlformats.org/drawingml/2006/main">
              <a:ext uri="{FF2B5EF4-FFF2-40B4-BE49-F238E27FC236}">
                <a16:creationId xmlns:a16="http://schemas.microsoft.com/office/drawing/2014/main" id="{502B986B-0766-41CE-AEFB-83B75130185C}"/>
              </a:ext>
            </a:extLst>
          </p:cNvPr>
          <p:cNvSpPr>
            <a:spLocks xmlns:a="http://schemas.openxmlformats.org/drawingml/2006/main" noGrp="1"/>
          </p:cNvSpPr>
          <p:nvPr>
            <p:ph type="subTitle" idx="20"/>
          </p:nvPr>
        </p:nvSpPr>
        <p:spPr>
          <a:xfrm xmlns:a="http://schemas.openxmlformats.org/drawingml/2006/main">
            <a:off x="3419246" y="3817273"/>
            <a:ext cx="23055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  <a:latin typeface="Inter Tight Medium"/>
                <a:ea typeface="Inter Tight Medium"/>
                <a:cs typeface="Inter Tight Medium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b="1">
                <a:solidFill>
                  <a:schemeClr val="lt2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b="1">
                <a:solidFill>
                  <a:schemeClr val="lt2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b="1">
                <a:solidFill>
                  <a:schemeClr val="lt2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b="1">
                <a:solidFill>
                  <a:schemeClr val="lt2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b="1">
                <a:solidFill>
                  <a:schemeClr val="lt2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b="1">
                <a:solidFill>
                  <a:schemeClr val="lt2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b="1">
                <a:solidFill>
                  <a:schemeClr val="lt2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b="1">
                <a:solidFill>
                  <a:schemeClr val="lt2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328" name="Google Shape;328;p55">
            <a:extLst xmlns:a="http://schemas.openxmlformats.org/drawingml/2006/main">
              <a:ext uri="{FF2B5EF4-FFF2-40B4-BE49-F238E27FC236}">
                <a16:creationId xmlns:a16="http://schemas.microsoft.com/office/drawing/2014/main" id="{96E752D0-F8CD-4449-9AB5-513E2A0A3DD3}"/>
              </a:ext>
            </a:extLst>
          </p:cNvPr>
          <p:cNvSpPr>
            <a:spLocks xmlns:a="http://schemas.openxmlformats.org/drawingml/2006/main" noGrp="1"/>
          </p:cNvSpPr>
          <p:nvPr>
            <p:ph type="subTitle" idx="21"/>
          </p:nvPr>
        </p:nvSpPr>
        <p:spPr>
          <a:xfrm xmlns:a="http://schemas.openxmlformats.org/drawingml/2006/main">
            <a:off x="6118525" y="3817273"/>
            <a:ext cx="23055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  <a:latin typeface="Inter Tight Medium"/>
                <a:ea typeface="Inter Tight Medium"/>
                <a:cs typeface="Inter Tight Medium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b="1">
                <a:solidFill>
                  <a:schemeClr val="lt2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b="1">
                <a:solidFill>
                  <a:schemeClr val="lt2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b="1">
                <a:solidFill>
                  <a:schemeClr val="lt2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b="1">
                <a:solidFill>
                  <a:schemeClr val="lt2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b="1">
                <a:solidFill>
                  <a:schemeClr val="lt2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b="1">
                <a:solidFill>
                  <a:schemeClr val="lt2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b="1">
                <a:solidFill>
                  <a:schemeClr val="lt2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b="1">
                <a:solidFill>
                  <a:schemeClr val="lt2"/>
                </a:solidFill>
              </a:defRPr>
            </a:lvl9pPr>
          </a:lstStyle>
          <a:p xmlns:a="http://schemas.openxmlformats.org/drawingml/2006/main"/>
        </p:txBody>
      </p:sp>
      <p:pic>
        <p:nvPicPr>
          <p:cNvPr id="351" name="Google Shape;329;p5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1575490155c4428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462725" y="474600"/>
            <a:ext cx="1149450" cy="2811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53.xml><?xml version="1.0" encoding="utf-8"?>
<p:sldLayout xmlns:p="http://schemas.openxmlformats.org/presentationml/2006/main" matchingName="Title and text 1">
  <p:cSld name="CUSTOM">
    <p:bg>
      <p:bgPr>
        <a:solidFill xmlns:a="http://schemas.openxmlformats.org/drawingml/2006/main">
          <a:schemeClr val="lt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37" name="Google Shape;331;p5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95228ad43a44d53">
            <a:alphaModFix amt="39000"/>
          </a:blip>
          <a:srcRect xmlns:a="http://schemas.openxmlformats.org/drawingml/2006/main" l="-7670" t="-7760" r="7670" b="7760"/>
          <a:stretch xmlns:a="http://schemas.openxmlformats.org/drawingml/2006/main"/>
        </p:blipFill>
        <p:spPr>
          <a:xfrm xmlns:a="http://schemas.openxmlformats.org/drawingml/2006/main">
            <a:off x="-2241775" y="-3675000"/>
            <a:ext cx="18452950" cy="1563427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32" name="Google Shape;332;p56">
            <a:extLst xmlns:a="http://schemas.openxmlformats.org/drawingml/2006/main">
              <a:ext uri="{FF2B5EF4-FFF2-40B4-BE49-F238E27FC236}">
                <a16:creationId xmlns:a16="http://schemas.microsoft.com/office/drawing/2014/main" id="{4BA68DB7-107A-47AE-8E7D-57B7C803DF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32600" y="866700"/>
            <a:ext cx="6124200" cy="59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sp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 SemiBold"/>
              <a:buNone/>
              <a:defRPr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3000"/>
              <a:buNone/>
              <a:defRPr>
                <a:solidFill>
                  <a:srgbClr val="191919"/>
                </a:solidFill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3000"/>
              <a:buNone/>
              <a:defRPr>
                <a:solidFill>
                  <a:srgbClr val="191919"/>
                </a:solidFill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3000"/>
              <a:buNone/>
              <a:defRPr>
                <a:solidFill>
                  <a:srgbClr val="191919"/>
                </a:solidFill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3000"/>
              <a:buNone/>
              <a:defRPr>
                <a:solidFill>
                  <a:srgbClr val="191919"/>
                </a:solidFill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3000"/>
              <a:buNone/>
              <a:defRPr>
                <a:solidFill>
                  <a:srgbClr val="191919"/>
                </a:solidFill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3000"/>
              <a:buNone/>
              <a:defRPr>
                <a:solidFill>
                  <a:srgbClr val="191919"/>
                </a:solidFill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3000"/>
              <a:buNone/>
              <a:defRPr>
                <a:solidFill>
                  <a:srgbClr val="191919"/>
                </a:solidFill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3000"/>
              <a:buNone/>
              <a:defRPr>
                <a:solidFill>
                  <a:srgbClr val="191919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333" name="Google Shape;333;p56">
            <a:extLst xmlns:a="http://schemas.openxmlformats.org/drawingml/2006/main">
              <a:ext uri="{FF2B5EF4-FFF2-40B4-BE49-F238E27FC236}">
                <a16:creationId xmlns:a16="http://schemas.microsoft.com/office/drawing/2014/main" id="{EBC230A0-C67A-4A63-AA51-9544CB56B86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732600" y="1461300"/>
            <a:ext cx="7678800" cy="281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None/>
              <a:defRPr>
                <a:solidFill>
                  <a:srgbClr val="191919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None/>
              <a:defRPr>
                <a:solidFill>
                  <a:srgbClr val="191919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None/>
              <a:defRPr>
                <a:solidFill>
                  <a:srgbClr val="191919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None/>
              <a:defRPr>
                <a:solidFill>
                  <a:srgbClr val="191919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None/>
              <a:defRPr>
                <a:solidFill>
                  <a:srgbClr val="191919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None/>
              <a:defRPr>
                <a:solidFill>
                  <a:srgbClr val="191919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None/>
              <a:defRPr>
                <a:solidFill>
                  <a:srgbClr val="191919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None/>
              <a:defRPr>
                <a:solidFill>
                  <a:srgbClr val="191919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None/>
              <a:defRPr>
                <a:solidFill>
                  <a:srgbClr val="191919"/>
                </a:solidFill>
              </a:defRPr>
            </a:lvl9pPr>
          </a:lstStyle>
          <a:p xmlns:a="http://schemas.openxmlformats.org/drawingml/2006/main"/>
        </p:txBody>
      </p:sp>
      <p:pic>
        <p:nvPicPr>
          <p:cNvPr id="340" name="Google Shape;334;p5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7c93d0819c64bad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462725" y="474600"/>
            <a:ext cx="1149450" cy="2811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41" name="Google Shape;335;p5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95228ad43a44d53">
            <a:alphaModFix amt="20000"/>
          </a:blip>
          <a:srcRect xmlns:a="http://schemas.openxmlformats.org/drawingml/2006/main" l="-7670" t="-7760" r="7670" b="7760"/>
          <a:stretch xmlns:a="http://schemas.openxmlformats.org/drawingml/2006/main"/>
        </p:blipFill>
        <p:spPr>
          <a:xfrm xmlns:a="http://schemas.openxmlformats.org/drawingml/2006/main">
            <a:off x="-8527175" y="-3675000"/>
            <a:ext cx="18452950" cy="1563427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54.xml><?xml version="1.0" encoding="utf-8"?>
<p:sldLayout xmlns:p="http://schemas.openxmlformats.org/presentationml/2006/main" matchingName="Title and text 2">
  <p:cSld name="CUSTOM_4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42" name="Google Shape;337;p5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18a82d0089c4c9d">
            <a:alphaModFix amt="50000"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-4712375" y="1178075"/>
            <a:ext cx="20356226" cy="762287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38" name="Google Shape;338;p57">
            <a:extLst xmlns:a="http://schemas.openxmlformats.org/drawingml/2006/main">
              <a:ext uri="{FF2B5EF4-FFF2-40B4-BE49-F238E27FC236}">
                <a16:creationId xmlns:a16="http://schemas.microsoft.com/office/drawing/2014/main" id="{56556CFD-C108-413F-9427-5A73EA80E4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42950" y="867450"/>
            <a:ext cx="6075300" cy="60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"/>
              <a:buNone/>
              <a:defRPr b="1">
                <a:solidFill>
                  <a:schemeClr val="lt2"/>
                </a:solidFill>
                <a:latin typeface="Inter Tight"/>
                <a:ea typeface="Inter Tight"/>
                <a:cs typeface="Inter Tight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"/>
              <a:buNone/>
              <a:defRPr b="1">
                <a:solidFill>
                  <a:schemeClr val="lt2"/>
                </a:solidFill>
                <a:latin typeface="Inter Tight"/>
                <a:ea typeface="Inter Tight"/>
                <a:cs typeface="Inter Tight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"/>
              <a:buNone/>
              <a:defRPr b="1">
                <a:solidFill>
                  <a:schemeClr val="lt2"/>
                </a:solidFill>
                <a:latin typeface="Inter Tight"/>
                <a:ea typeface="Inter Tight"/>
                <a:cs typeface="Inter Tight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"/>
              <a:buNone/>
              <a:defRPr b="1">
                <a:solidFill>
                  <a:schemeClr val="lt2"/>
                </a:solidFill>
                <a:latin typeface="Inter Tight"/>
                <a:ea typeface="Inter Tight"/>
                <a:cs typeface="Inter Tight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"/>
              <a:buNone/>
              <a:defRPr b="1">
                <a:solidFill>
                  <a:schemeClr val="lt2"/>
                </a:solidFill>
                <a:latin typeface="Inter Tight"/>
                <a:ea typeface="Inter Tight"/>
                <a:cs typeface="Inter Tight"/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"/>
              <a:buNone/>
              <a:defRPr b="1">
                <a:solidFill>
                  <a:schemeClr val="lt2"/>
                </a:solidFill>
                <a:latin typeface="Inter Tight"/>
                <a:ea typeface="Inter Tight"/>
                <a:cs typeface="Inter Tight"/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"/>
              <a:buNone/>
              <a:defRPr b="1">
                <a:solidFill>
                  <a:schemeClr val="lt2"/>
                </a:solidFill>
                <a:latin typeface="Inter Tight"/>
                <a:ea typeface="Inter Tight"/>
                <a:cs typeface="Inter Tight"/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"/>
              <a:buNone/>
              <a:defRPr b="1">
                <a:solidFill>
                  <a:schemeClr val="lt2"/>
                </a:solidFill>
                <a:latin typeface="Inter Tight"/>
                <a:ea typeface="Inter Tight"/>
                <a:cs typeface="Inter Tight"/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"/>
              <a:buNone/>
              <a:defRPr b="1">
                <a:solidFill>
                  <a:schemeClr val="lt2"/>
                </a:solidFill>
                <a:latin typeface="Inter Tight"/>
                <a:ea typeface="Inter Tight"/>
                <a:cs typeface="Inter Tight"/>
              </a:defRPr>
            </a:lvl9pPr>
          </a:lstStyle>
          <a:p xmlns:a="http://schemas.openxmlformats.org/drawingml/2006/main"/>
        </p:txBody>
      </p:sp>
      <p:sp>
        <p:nvSpPr>
          <p:cNvPr id="339" name="Google Shape;339;p57">
            <a:extLst xmlns:a="http://schemas.openxmlformats.org/drawingml/2006/main">
              <a:ext uri="{FF2B5EF4-FFF2-40B4-BE49-F238E27FC236}">
                <a16:creationId xmlns:a16="http://schemas.microsoft.com/office/drawing/2014/main" id="{B6D2AECF-98A8-4CC2-B1C3-2DCCBABC590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742950" y="1474650"/>
            <a:ext cx="7658100" cy="2801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pic>
        <p:nvPicPr>
          <p:cNvPr id="345" name="Google Shape;340;p5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52b77a8b6cb4984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462725" y="474600"/>
            <a:ext cx="1149450" cy="2811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55.xml><?xml version="1.0" encoding="utf-8"?>
<p:sldLayout xmlns:p="http://schemas.openxmlformats.org/presentationml/2006/main" matchingName="Title and text 3">
  <p:cSld name="CUSTOM_4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2" name="Google Shape;342;p58">
            <a:extLst xmlns:a="http://schemas.openxmlformats.org/drawingml/2006/main">
              <a:ext uri="{FF2B5EF4-FFF2-40B4-BE49-F238E27FC236}">
                <a16:creationId xmlns:a16="http://schemas.microsoft.com/office/drawing/2014/main" id="{9DD56D60-E26E-4C92-A563-11175CC97D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356275" y="1786925"/>
            <a:ext cx="3845700" cy="113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Inter Tight SemiBold"/>
              <a:buNone/>
              <a:defRPr>
                <a:latin typeface="Inter Tight SemiBold"/>
                <a:ea typeface="Inter Tight SemiBold"/>
                <a:cs typeface="Inter Tight SemiBold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Inter Tight"/>
              <a:buNone/>
              <a:defRPr b="1">
                <a:latin typeface="Inter Tight"/>
                <a:ea typeface="Inter Tight"/>
                <a:cs typeface="Inter Tight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Inter Tight"/>
              <a:buNone/>
              <a:defRPr b="1">
                <a:latin typeface="Inter Tight"/>
                <a:ea typeface="Inter Tight"/>
                <a:cs typeface="Inter Tight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Inter Tight"/>
              <a:buNone/>
              <a:defRPr b="1">
                <a:latin typeface="Inter Tight"/>
                <a:ea typeface="Inter Tight"/>
                <a:cs typeface="Inter Tight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Inter Tight"/>
              <a:buNone/>
              <a:defRPr b="1">
                <a:latin typeface="Inter Tight"/>
                <a:ea typeface="Inter Tight"/>
                <a:cs typeface="Inter Tight"/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Inter Tight"/>
              <a:buNone/>
              <a:defRPr b="1">
                <a:latin typeface="Inter Tight"/>
                <a:ea typeface="Inter Tight"/>
                <a:cs typeface="Inter Tight"/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Inter Tight"/>
              <a:buNone/>
              <a:defRPr b="1">
                <a:latin typeface="Inter Tight"/>
                <a:ea typeface="Inter Tight"/>
                <a:cs typeface="Inter Tight"/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Inter Tight"/>
              <a:buNone/>
              <a:defRPr b="1">
                <a:latin typeface="Inter Tight"/>
                <a:ea typeface="Inter Tight"/>
                <a:cs typeface="Inter Tight"/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Inter Tight"/>
              <a:buNone/>
              <a:defRPr b="1">
                <a:latin typeface="Inter Tight"/>
                <a:ea typeface="Inter Tight"/>
                <a:cs typeface="Inter Tight"/>
              </a:defRPr>
            </a:lvl9pPr>
          </a:lstStyle>
          <a:p xmlns:a="http://schemas.openxmlformats.org/drawingml/2006/main"/>
        </p:txBody>
      </p:sp>
      <p:sp>
        <p:nvSpPr>
          <p:cNvPr id="343" name="Google Shape;343;p58">
            <a:extLst xmlns:a="http://schemas.openxmlformats.org/drawingml/2006/main">
              <a:ext uri="{FF2B5EF4-FFF2-40B4-BE49-F238E27FC236}">
                <a16:creationId xmlns:a16="http://schemas.microsoft.com/office/drawing/2014/main" id="{9F9B1A04-2EF3-4303-8B83-9665C221E11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622425" y="2926375"/>
            <a:ext cx="3579600" cy="43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344" name="Google Shape;344;p58">
            <a:extLst xmlns:a="http://schemas.openxmlformats.org/drawingml/2006/main">
              <a:ext uri="{FF2B5EF4-FFF2-40B4-BE49-F238E27FC236}">
                <a16:creationId xmlns:a16="http://schemas.microsoft.com/office/drawing/2014/main" id="{994DA99B-12F8-4A12-8FF2-FF838820976C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742400" y="752700"/>
            <a:ext cx="2950200" cy="3638100"/>
          </a:xfrm>
          <a:prstGeom xmlns:a="http://schemas.openxmlformats.org/drawingml/2006/main" prst="round1Rect">
            <a:avLst>
              <a:gd name="adj" fmla="val 19383"/>
            </a:avLst>
          </a:prstGeom>
          <a:noFill xmlns:a="http://schemas.openxmlformats.org/drawingml/2006/main"/>
          <a:ln xmlns:a="http://schemas.openxmlformats.org/drawingml/2006/main">
            <a:noFill/>
          </a:ln>
        </p:spPr>
      </p:sp>
      <p:pic>
        <p:nvPicPr>
          <p:cNvPr id="349" name="Google Shape;345;p5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3d353f787c84aa4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462725" y="474600"/>
            <a:ext cx="1149450" cy="2811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56.xml><?xml version="1.0" encoding="utf-8"?>
<p:sldLayout xmlns:p="http://schemas.openxmlformats.org/presentationml/2006/main" matchingName="Title and text 4">
  <p:cSld name="CUSTOM_4_1_1">
    <p:bg>
      <p:bgPr>
        <a:solidFill xmlns:a="http://schemas.openxmlformats.org/drawingml/2006/main">
          <a:schemeClr val="lt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53" name="Google Shape;347;p5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8f0bb0325384ce5">
            <a:alphaModFix amt="39000"/>
          </a:blip>
          <a:srcRect xmlns:a="http://schemas.openxmlformats.org/drawingml/2006/main" l="-7670" t="-7760" r="7670" b="7760"/>
          <a:stretch xmlns:a="http://schemas.openxmlformats.org/drawingml/2006/main"/>
        </p:blipFill>
        <p:spPr>
          <a:xfrm xmlns:a="http://schemas.openxmlformats.org/drawingml/2006/main">
            <a:off x="-9485775" y="-3675000"/>
            <a:ext cx="18452950" cy="1563427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48" name="Google Shape;348;p59">
            <a:extLst xmlns:a="http://schemas.openxmlformats.org/drawingml/2006/main">
              <a:ext uri="{FF2B5EF4-FFF2-40B4-BE49-F238E27FC236}">
                <a16:creationId xmlns:a16="http://schemas.microsoft.com/office/drawing/2014/main" id="{BEEA9B52-60E2-4F4C-A975-29F1A3FC54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64850" y="1786925"/>
            <a:ext cx="3845700" cy="113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 SemiBold"/>
              <a:buNone/>
              <a:defRPr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"/>
              <a:buNone/>
              <a:defRPr b="1">
                <a:solidFill>
                  <a:schemeClr val="dk1"/>
                </a:solidFill>
                <a:latin typeface="Inter Tight"/>
                <a:ea typeface="Inter Tight"/>
                <a:cs typeface="Inter Tight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"/>
              <a:buNone/>
              <a:defRPr b="1">
                <a:solidFill>
                  <a:schemeClr val="dk1"/>
                </a:solidFill>
                <a:latin typeface="Inter Tight"/>
                <a:ea typeface="Inter Tight"/>
                <a:cs typeface="Inter Tight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"/>
              <a:buNone/>
              <a:defRPr b="1">
                <a:solidFill>
                  <a:schemeClr val="dk1"/>
                </a:solidFill>
                <a:latin typeface="Inter Tight"/>
                <a:ea typeface="Inter Tight"/>
                <a:cs typeface="Inter Tight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"/>
              <a:buNone/>
              <a:defRPr b="1">
                <a:solidFill>
                  <a:schemeClr val="dk1"/>
                </a:solidFill>
                <a:latin typeface="Inter Tight"/>
                <a:ea typeface="Inter Tight"/>
                <a:cs typeface="Inter Tight"/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"/>
              <a:buNone/>
              <a:defRPr b="1">
                <a:solidFill>
                  <a:schemeClr val="dk1"/>
                </a:solidFill>
                <a:latin typeface="Inter Tight"/>
                <a:ea typeface="Inter Tight"/>
                <a:cs typeface="Inter Tight"/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"/>
              <a:buNone/>
              <a:defRPr b="1">
                <a:solidFill>
                  <a:schemeClr val="dk1"/>
                </a:solidFill>
                <a:latin typeface="Inter Tight"/>
                <a:ea typeface="Inter Tight"/>
                <a:cs typeface="Inter Tight"/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"/>
              <a:buNone/>
              <a:defRPr b="1">
                <a:solidFill>
                  <a:schemeClr val="dk1"/>
                </a:solidFill>
                <a:latin typeface="Inter Tight"/>
                <a:ea typeface="Inter Tight"/>
                <a:cs typeface="Inter Tight"/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"/>
              <a:buNone/>
              <a:defRPr b="1">
                <a:solidFill>
                  <a:schemeClr val="dk1"/>
                </a:solidFill>
                <a:latin typeface="Inter Tight"/>
                <a:ea typeface="Inter Tight"/>
                <a:cs typeface="Inter Tight"/>
              </a:defRPr>
            </a:lvl9pPr>
          </a:lstStyle>
          <a:p xmlns:a="http://schemas.openxmlformats.org/drawingml/2006/main"/>
        </p:txBody>
      </p:sp>
      <p:sp>
        <p:nvSpPr>
          <p:cNvPr id="349" name="Google Shape;349;p59">
            <a:extLst xmlns:a="http://schemas.openxmlformats.org/drawingml/2006/main">
              <a:ext uri="{FF2B5EF4-FFF2-40B4-BE49-F238E27FC236}">
                <a16:creationId xmlns:a16="http://schemas.microsoft.com/office/drawing/2014/main" id="{C8B72F0A-E4BF-4306-AFC7-5CA861FB87D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31000" y="2926375"/>
            <a:ext cx="3579600" cy="43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350" name="Google Shape;350;p59">
            <a:extLst xmlns:a="http://schemas.openxmlformats.org/drawingml/2006/main">
              <a:ext uri="{FF2B5EF4-FFF2-40B4-BE49-F238E27FC236}">
                <a16:creationId xmlns:a16="http://schemas.microsoft.com/office/drawing/2014/main" id="{1252E407-8135-4BE9-8476-2BA1E5F0BA31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5313950" y="1017450"/>
            <a:ext cx="3298200" cy="3373500"/>
          </a:xfrm>
          <a:prstGeom xmlns:a="http://schemas.openxmlformats.org/drawingml/2006/main" prst="round1Rect">
            <a:avLst>
              <a:gd name="adj" fmla="val 19383"/>
            </a:avLst>
          </a:prstGeom>
          <a:noFill xmlns:a="http://schemas.openxmlformats.org/drawingml/2006/main"/>
          <a:ln xmlns:a="http://schemas.openxmlformats.org/drawingml/2006/main">
            <a:noFill/>
          </a:ln>
        </p:spPr>
      </p:sp>
      <p:pic>
        <p:nvPicPr>
          <p:cNvPr id="357" name="Google Shape;351;p5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7ae323a046647db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462725" y="474600"/>
            <a:ext cx="1149450" cy="2811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57.xml><?xml version="1.0" encoding="utf-8"?>
<p:sldLayout xmlns:p="http://schemas.openxmlformats.org/presentationml/2006/main" matchingName="Title and text 5">
  <p:cSld name="CUSTOM_10_1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60" name="Google Shape;353;p6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df34bad407342e9">
            <a:alphaModFix amt="50000"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-4511825" y="1178075"/>
            <a:ext cx="20356226" cy="762287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54" name="Google Shape;354;p60">
            <a:extLst xmlns:a="http://schemas.openxmlformats.org/drawingml/2006/main">
              <a:ext uri="{FF2B5EF4-FFF2-40B4-BE49-F238E27FC236}">
                <a16:creationId xmlns:a16="http://schemas.microsoft.com/office/drawing/2014/main" id="{58ED7819-EB83-49FF-A90E-511A4A74AED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3225" y="445025"/>
            <a:ext cx="4338600" cy="103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 SemiBold"/>
              <a:buNone/>
              <a:defRPr>
                <a:solidFill>
                  <a:schemeClr val="lt2"/>
                </a:solidFill>
                <a:latin typeface="Inter Tight SemiBold"/>
                <a:ea typeface="Inter Tight SemiBold"/>
                <a:cs typeface="Inter Tight SemiBold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Poppins Medium"/>
              <a:buNone/>
              <a:defRPr>
                <a:solidFill>
                  <a:schemeClr val="lt2"/>
                </a:solidFill>
                <a:latin typeface="Poppins Medium"/>
                <a:ea typeface="Poppins Medium"/>
                <a:cs typeface="Poppins Medium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Poppins Medium"/>
              <a:buNone/>
              <a:defRPr>
                <a:solidFill>
                  <a:schemeClr val="lt2"/>
                </a:solidFill>
                <a:latin typeface="Poppins Medium"/>
                <a:ea typeface="Poppins Medium"/>
                <a:cs typeface="Poppins Medium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Poppins Medium"/>
              <a:buNone/>
              <a:defRPr>
                <a:solidFill>
                  <a:schemeClr val="lt2"/>
                </a:solidFill>
                <a:latin typeface="Poppins Medium"/>
                <a:ea typeface="Poppins Medium"/>
                <a:cs typeface="Poppins Medium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Poppins Medium"/>
              <a:buNone/>
              <a:defRPr>
                <a:solidFill>
                  <a:schemeClr val="lt2"/>
                </a:solidFill>
                <a:latin typeface="Poppins Medium"/>
                <a:ea typeface="Poppins Medium"/>
                <a:cs typeface="Poppins Medium"/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Poppins Medium"/>
              <a:buNone/>
              <a:defRPr>
                <a:solidFill>
                  <a:schemeClr val="lt2"/>
                </a:solidFill>
                <a:latin typeface="Poppins Medium"/>
                <a:ea typeface="Poppins Medium"/>
                <a:cs typeface="Poppins Medium"/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Poppins Medium"/>
              <a:buNone/>
              <a:defRPr>
                <a:solidFill>
                  <a:schemeClr val="lt2"/>
                </a:solidFill>
                <a:latin typeface="Poppins Medium"/>
                <a:ea typeface="Poppins Medium"/>
                <a:cs typeface="Poppins Medium"/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Poppins Medium"/>
              <a:buNone/>
              <a:defRPr>
                <a:solidFill>
                  <a:schemeClr val="lt2"/>
                </a:solidFill>
                <a:latin typeface="Poppins Medium"/>
                <a:ea typeface="Poppins Medium"/>
                <a:cs typeface="Poppins Medium"/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Poppins Medium"/>
              <a:buNone/>
              <a:defRPr>
                <a:solidFill>
                  <a:schemeClr val="lt2"/>
                </a:solidFill>
                <a:latin typeface="Poppins Medium"/>
                <a:ea typeface="Poppins Medium"/>
                <a:cs typeface="Poppins Medium"/>
              </a:defRPr>
            </a:lvl9pPr>
          </a:lstStyle>
          <a:p xmlns:a="http://schemas.openxmlformats.org/drawingml/2006/main"/>
        </p:txBody>
      </p:sp>
      <p:sp>
        <p:nvSpPr>
          <p:cNvPr id="355" name="Google Shape;355;p60">
            <a:extLst xmlns:a="http://schemas.openxmlformats.org/drawingml/2006/main">
              <a:ext uri="{FF2B5EF4-FFF2-40B4-BE49-F238E27FC236}">
                <a16:creationId xmlns:a16="http://schemas.microsoft.com/office/drawing/2014/main" id="{D0C57151-79D4-4D8D-837D-DE6E45B3E43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713243" y="1414825"/>
            <a:ext cx="4338600" cy="1184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356" name="Google Shape;356;p60">
            <a:extLst xmlns:a="http://schemas.openxmlformats.org/drawingml/2006/main">
              <a:ext uri="{FF2B5EF4-FFF2-40B4-BE49-F238E27FC236}">
                <a16:creationId xmlns:a16="http://schemas.microsoft.com/office/drawing/2014/main" id="{8D4AF166-BCCF-4E02-BAA2-D4C0DDDC572A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5222875" y="941675"/>
            <a:ext cx="3288300" cy="3449100"/>
          </a:xfrm>
          <a:prstGeom xmlns:a="http://schemas.openxmlformats.org/drawingml/2006/main" prst="round1Rect">
            <a:avLst>
              <a:gd name="adj" fmla="val 19383"/>
            </a:avLst>
          </a:prstGeom>
          <a:noFill xmlns:a="http://schemas.openxmlformats.org/drawingml/2006/main"/>
          <a:ln xmlns:a="http://schemas.openxmlformats.org/drawingml/2006/main" w="952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57" name="Google Shape;357;p60">
            <a:extLst xmlns:a="http://schemas.openxmlformats.org/drawingml/2006/main">
              <a:ext uri="{FF2B5EF4-FFF2-40B4-BE49-F238E27FC236}">
                <a16:creationId xmlns:a16="http://schemas.microsoft.com/office/drawing/2014/main" id="{CAF2A969-B227-4A62-83EA-DBEFEDD4A15B}"/>
              </a:ext>
            </a:extLst>
          </p:cNvPr>
          <p:cNvSpPr>
            <a:spLocks xmlns:a="http://schemas.openxmlformats.org/drawingml/2006/main" noGrp="1"/>
          </p:cNvSpPr>
          <p:nvPr>
            <p:ph type="pic" idx="3"/>
          </p:nvPr>
        </p:nvSpPr>
        <p:spPr>
          <a:xfrm xmlns:a="http://schemas.openxmlformats.org/drawingml/2006/main">
            <a:off x="713250" y="2249800"/>
            <a:ext cx="4105200" cy="2141100"/>
          </a:xfrm>
          <a:prstGeom xmlns:a="http://schemas.openxmlformats.org/drawingml/2006/main" prst="round1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952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</p:sp>
      <p:pic>
        <p:nvPicPr>
          <p:cNvPr id="365" name="Google Shape;358;p6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f92c6a2614b4148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462725" y="474600"/>
            <a:ext cx="1149450" cy="2811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58.xml><?xml version="1.0" encoding="utf-8"?>
<p:sldLayout xmlns:p="http://schemas.openxmlformats.org/presentationml/2006/main" matchingName="Title and two columns 1">
  <p:cSld name="TITLE_AND_TWO_COLUMNS_1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68" name="Google Shape;360;p6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5ffdceee8894aa7">
            <a:alphaModFix amt="50000"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-4511825" y="1178075"/>
            <a:ext cx="20356226" cy="762287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61" name="Google Shape;361;p61">
            <a:extLst xmlns:a="http://schemas.openxmlformats.org/drawingml/2006/main">
              <a:ext uri="{FF2B5EF4-FFF2-40B4-BE49-F238E27FC236}">
                <a16:creationId xmlns:a16="http://schemas.microsoft.com/office/drawing/2014/main" id="{8DD1B0FC-B08B-4A15-8812-986AA59D2D8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00" y="445025"/>
            <a:ext cx="77040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 SemiBold"/>
              <a:buNone/>
              <a:defRPr>
                <a:solidFill>
                  <a:schemeClr val="lt2"/>
                </a:solidFill>
                <a:latin typeface="Inter Tight SemiBold"/>
                <a:ea typeface="Inter Tight SemiBold"/>
                <a:cs typeface="Inter Tight SemiBold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 SemiBold"/>
              <a:buNone/>
              <a:defRPr>
                <a:solidFill>
                  <a:schemeClr val="lt2"/>
                </a:solidFill>
                <a:latin typeface="Inter Tight SemiBold"/>
                <a:ea typeface="Inter Tight SemiBold"/>
                <a:cs typeface="Inter Tight SemiBold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 SemiBold"/>
              <a:buNone/>
              <a:defRPr>
                <a:solidFill>
                  <a:schemeClr val="lt2"/>
                </a:solidFill>
                <a:latin typeface="Inter Tight SemiBold"/>
                <a:ea typeface="Inter Tight SemiBold"/>
                <a:cs typeface="Inter Tight SemiBold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 SemiBold"/>
              <a:buNone/>
              <a:defRPr>
                <a:solidFill>
                  <a:schemeClr val="lt2"/>
                </a:solidFill>
                <a:latin typeface="Inter Tight SemiBold"/>
                <a:ea typeface="Inter Tight SemiBold"/>
                <a:cs typeface="Inter Tight SemiBold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 SemiBold"/>
              <a:buNone/>
              <a:defRPr>
                <a:solidFill>
                  <a:schemeClr val="lt2"/>
                </a:solidFill>
                <a:latin typeface="Inter Tight SemiBold"/>
                <a:ea typeface="Inter Tight SemiBold"/>
                <a:cs typeface="Inter Tight SemiBold"/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 SemiBold"/>
              <a:buNone/>
              <a:defRPr>
                <a:solidFill>
                  <a:schemeClr val="lt2"/>
                </a:solidFill>
                <a:latin typeface="Inter Tight SemiBold"/>
                <a:ea typeface="Inter Tight SemiBold"/>
                <a:cs typeface="Inter Tight SemiBold"/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 SemiBold"/>
              <a:buNone/>
              <a:defRPr>
                <a:solidFill>
                  <a:schemeClr val="lt2"/>
                </a:solidFill>
                <a:latin typeface="Inter Tight SemiBold"/>
                <a:ea typeface="Inter Tight SemiBold"/>
                <a:cs typeface="Inter Tight SemiBold"/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 SemiBold"/>
              <a:buNone/>
              <a:defRPr>
                <a:solidFill>
                  <a:schemeClr val="lt2"/>
                </a:solidFill>
                <a:latin typeface="Inter Tight SemiBold"/>
                <a:ea typeface="Inter Tight SemiBold"/>
                <a:cs typeface="Inter Tight SemiBold"/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 SemiBold"/>
              <a:buNone/>
              <a:defRPr>
                <a:solidFill>
                  <a:schemeClr val="lt2"/>
                </a:solidFill>
                <a:latin typeface="Inter Tight SemiBold"/>
                <a:ea typeface="Inter Tight SemiBold"/>
                <a:cs typeface="Inter Tight SemiBold"/>
              </a:defRPr>
            </a:lvl9pPr>
          </a:lstStyle>
          <a:p xmlns:a="http://schemas.openxmlformats.org/drawingml/2006/main"/>
        </p:txBody>
      </p:sp>
      <p:sp>
        <p:nvSpPr>
          <p:cNvPr id="362" name="Google Shape;362;p61">
            <a:extLst xmlns:a="http://schemas.openxmlformats.org/drawingml/2006/main">
              <a:ext uri="{FF2B5EF4-FFF2-40B4-BE49-F238E27FC236}">
                <a16:creationId xmlns:a16="http://schemas.microsoft.com/office/drawing/2014/main" id="{C67E0610-5662-4FD3-AE2F-F558CBCA7F2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945300" y="3511250"/>
            <a:ext cx="28062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363" name="Google Shape;363;p61">
            <a:extLst xmlns:a="http://schemas.openxmlformats.org/drawingml/2006/main">
              <a:ext uri="{FF2B5EF4-FFF2-40B4-BE49-F238E27FC236}">
                <a16:creationId xmlns:a16="http://schemas.microsoft.com/office/drawing/2014/main" id="{C5C08A47-91BE-4AC6-AE78-29171F7B2DB2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1392500" y="3511250"/>
            <a:ext cx="2806200" cy="63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364" name="Google Shape;364;p61">
            <a:extLst xmlns:a="http://schemas.openxmlformats.org/drawingml/2006/main">
              <a:ext uri="{FF2B5EF4-FFF2-40B4-BE49-F238E27FC236}">
                <a16:creationId xmlns:a16="http://schemas.microsoft.com/office/drawing/2014/main" id="{F38650DC-BA4D-40B2-AFFD-A2239A2E794F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1392488" y="2975450"/>
            <a:ext cx="28062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 b="1">
                <a:solidFill>
                  <a:schemeClr val="lt2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 b="1">
                <a:solidFill>
                  <a:schemeClr val="lt2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 b="1">
                <a:solidFill>
                  <a:schemeClr val="lt2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 b="1">
                <a:solidFill>
                  <a:schemeClr val="lt2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 b="1">
                <a:solidFill>
                  <a:schemeClr val="lt2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 b="1">
                <a:solidFill>
                  <a:schemeClr val="lt2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 b="1">
                <a:solidFill>
                  <a:schemeClr val="lt2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 b="1">
                <a:solidFill>
                  <a:schemeClr val="lt2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 b="1">
                <a:solidFill>
                  <a:schemeClr val="lt2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365" name="Google Shape;365;p61">
            <a:extLst xmlns:a="http://schemas.openxmlformats.org/drawingml/2006/main">
              <a:ext uri="{FF2B5EF4-FFF2-40B4-BE49-F238E27FC236}">
                <a16:creationId xmlns:a16="http://schemas.microsoft.com/office/drawing/2014/main" id="{708A9FF1-E16A-4830-9A5F-A9D5F37B9F1A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4945312" y="2975450"/>
            <a:ext cx="28062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 b="1">
                <a:solidFill>
                  <a:schemeClr val="lt2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 b="1">
                <a:solidFill>
                  <a:schemeClr val="lt2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 b="1">
                <a:solidFill>
                  <a:schemeClr val="lt2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 b="1">
                <a:solidFill>
                  <a:schemeClr val="lt2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 b="1">
                <a:solidFill>
                  <a:schemeClr val="lt2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 b="1">
                <a:solidFill>
                  <a:schemeClr val="lt2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 b="1">
                <a:solidFill>
                  <a:schemeClr val="lt2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 b="1">
                <a:solidFill>
                  <a:schemeClr val="lt2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 b="1">
                <a:solidFill>
                  <a:schemeClr val="lt2"/>
                </a:solidFill>
              </a:defRPr>
            </a:lvl9pPr>
          </a:lstStyle>
          <a:p xmlns:a="http://schemas.openxmlformats.org/drawingml/2006/main"/>
        </p:txBody>
      </p:sp>
      <p:pic>
        <p:nvPicPr>
          <p:cNvPr id="374" name="Google Shape;366;p6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bcf2286583449fa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462725" y="474600"/>
            <a:ext cx="1149450" cy="2811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59.xml><?xml version="1.0" encoding="utf-8"?>
<p:sldLayout xmlns:p="http://schemas.openxmlformats.org/presentationml/2006/main" matchingName="Title and two columns 2">
  <p:cSld name="TITLE_AND_TWO_COLUMNS_1_1">
    <p:bg>
      <p:bgPr>
        <a:gradFill xmlns:a="http://schemas.openxmlformats.org/drawingml/2006/main">
          <a:gsLst>
            <a:gs pos="0">
              <a:schemeClr val="dk1"/>
            </a:gs>
            <a:gs pos="100000">
              <a:schemeClr val="dk2"/>
            </a:gs>
          </a:gsLst>
          <a:lin ang="2698631" scaled="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Google Shape;368;p6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cbb01ed344e40a5">
            <a:alphaModFix amt="50000"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20900" y="-3520650"/>
            <a:ext cx="15557900" cy="13181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60.xml><?xml version="1.0" encoding="utf-8"?>
<p:sldLayout xmlns:p="http://schemas.openxmlformats.org/presentationml/2006/main" matchingName="Title and two columns 3">
  <p:cSld name="TITLE_AND_TWO_COLUMNS_1_2">
    <p:bg>
      <p:bgPr>
        <a:solidFill xmlns:a="http://schemas.openxmlformats.org/drawingml/2006/main">
          <a:schemeClr val="lt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80" name="Google Shape;370;p6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0183e5235054200">
            <a:alphaModFix amt="39000"/>
          </a:blip>
          <a:srcRect xmlns:a="http://schemas.openxmlformats.org/drawingml/2006/main" l="-7670" t="-7760" r="7670" b="7760"/>
          <a:stretch xmlns:a="http://schemas.openxmlformats.org/drawingml/2006/main"/>
        </p:blipFill>
        <p:spPr>
          <a:xfrm xmlns:a="http://schemas.openxmlformats.org/drawingml/2006/main">
            <a:off x="-2241775" y="-3675000"/>
            <a:ext cx="18452950" cy="1563427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71" name="Google Shape;371;p63">
            <a:extLst xmlns:a="http://schemas.openxmlformats.org/drawingml/2006/main">
              <a:ext uri="{FF2B5EF4-FFF2-40B4-BE49-F238E27FC236}">
                <a16:creationId xmlns:a16="http://schemas.microsoft.com/office/drawing/2014/main" id="{690ADC23-2EA5-441A-972E-13365F099DD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00" y="445025"/>
            <a:ext cx="64740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 SemiBold"/>
              <a:buNone/>
              <a:defRPr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 SemiBold"/>
              <a:buNone/>
              <a:defRPr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 SemiBold"/>
              <a:buNone/>
              <a:defRPr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 SemiBold"/>
              <a:buNone/>
              <a:defRPr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 SemiBold"/>
              <a:buNone/>
              <a:defRPr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 SemiBold"/>
              <a:buNone/>
              <a:defRPr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 SemiBold"/>
              <a:buNone/>
              <a:defRPr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 SemiBold"/>
              <a:buNone/>
              <a:defRPr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 SemiBold"/>
              <a:buNone/>
              <a:defRPr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</a:defRPr>
            </a:lvl9pPr>
          </a:lstStyle>
          <a:p xmlns:a="http://schemas.openxmlformats.org/drawingml/2006/main"/>
        </p:txBody>
      </p:sp>
      <p:sp>
        <p:nvSpPr>
          <p:cNvPr id="372" name="Google Shape;372;p63">
            <a:extLst xmlns:a="http://schemas.openxmlformats.org/drawingml/2006/main">
              <a:ext uri="{FF2B5EF4-FFF2-40B4-BE49-F238E27FC236}">
                <a16:creationId xmlns:a16="http://schemas.microsoft.com/office/drawing/2014/main" id="{C8B86ABE-AEA6-4CB9-8E2D-37F1FF4D8E6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020900" y="2059301"/>
            <a:ext cx="4476600" cy="403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sz="1200">
                <a:solidFill>
                  <a:schemeClr val="accent6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373" name="Google Shape;373;p63">
            <a:extLst xmlns:a="http://schemas.openxmlformats.org/drawingml/2006/main">
              <a:ext uri="{FF2B5EF4-FFF2-40B4-BE49-F238E27FC236}">
                <a16:creationId xmlns:a16="http://schemas.microsoft.com/office/drawing/2014/main" id="{29C764F4-F2CA-4179-9947-C8DD06944F3D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1020900" y="1683725"/>
            <a:ext cx="4476600" cy="4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solidFill>
                  <a:schemeClr val="dk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 b="1">
                <a:solidFill>
                  <a:schemeClr val="dk1"/>
                </a:solidFill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 b="1">
                <a:solidFill>
                  <a:schemeClr val="dk1"/>
                </a:solidFill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 b="1">
                <a:solidFill>
                  <a:schemeClr val="dk1"/>
                </a:solidFill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 b="1">
                <a:solidFill>
                  <a:schemeClr val="dk1"/>
                </a:solidFill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 b="1">
                <a:solidFill>
                  <a:schemeClr val="dk1"/>
                </a:solidFill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 b="1">
                <a:solidFill>
                  <a:schemeClr val="dk1"/>
                </a:solidFill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 b="1">
                <a:solidFill>
                  <a:schemeClr val="dk1"/>
                </a:solidFill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 b="1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374" name="Google Shape;374;p63">
            <a:extLst xmlns:a="http://schemas.openxmlformats.org/drawingml/2006/main">
              <a:ext uri="{FF2B5EF4-FFF2-40B4-BE49-F238E27FC236}">
                <a16:creationId xmlns:a16="http://schemas.microsoft.com/office/drawing/2014/main" id="{E44625C8-F8A6-483A-A776-167AC3F8F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450" y="1809863"/>
            <a:ext cx="71400" cy="527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Inter Tight"/>
              <a:ea typeface="Inter Tight"/>
              <a:cs typeface="Inter Tight"/>
            </a:endParaRPr>
          </a:p>
        </p:txBody>
      </p:sp>
      <p:sp>
        <p:nvSpPr>
          <p:cNvPr id="375" name="Google Shape;375;p63">
            <a:extLst xmlns:a="http://schemas.openxmlformats.org/drawingml/2006/main">
              <a:ext uri="{FF2B5EF4-FFF2-40B4-BE49-F238E27FC236}">
                <a16:creationId xmlns:a16="http://schemas.microsoft.com/office/drawing/2014/main" id="{63556481-315E-4E73-B010-980CF9F41CBE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1020900" y="3055950"/>
            <a:ext cx="4476600" cy="403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sz="1200">
                <a:solidFill>
                  <a:schemeClr val="accent6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376" name="Google Shape;376;p63">
            <a:extLst xmlns:a="http://schemas.openxmlformats.org/drawingml/2006/main">
              <a:ext uri="{FF2B5EF4-FFF2-40B4-BE49-F238E27FC236}">
                <a16:creationId xmlns:a16="http://schemas.microsoft.com/office/drawing/2014/main" id="{C40B605A-258E-4F49-8B6B-BF91FB83D5A4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1020900" y="2680375"/>
            <a:ext cx="4476600" cy="4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solidFill>
                  <a:schemeClr val="dk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 b="1">
                <a:solidFill>
                  <a:schemeClr val="dk1"/>
                </a:solidFill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 b="1">
                <a:solidFill>
                  <a:schemeClr val="dk1"/>
                </a:solidFill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 b="1">
                <a:solidFill>
                  <a:schemeClr val="dk1"/>
                </a:solidFill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 b="1">
                <a:solidFill>
                  <a:schemeClr val="dk1"/>
                </a:solidFill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 b="1">
                <a:solidFill>
                  <a:schemeClr val="dk1"/>
                </a:solidFill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 b="1">
                <a:solidFill>
                  <a:schemeClr val="dk1"/>
                </a:solidFill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 b="1">
                <a:solidFill>
                  <a:schemeClr val="dk1"/>
                </a:solidFill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 b="1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377" name="Google Shape;377;p63">
            <a:extLst xmlns:a="http://schemas.openxmlformats.org/drawingml/2006/main">
              <a:ext uri="{FF2B5EF4-FFF2-40B4-BE49-F238E27FC236}">
                <a16:creationId xmlns:a16="http://schemas.microsoft.com/office/drawing/2014/main" id="{DEC3C287-53B9-47D7-B21E-5019EB10B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450" y="2806513"/>
            <a:ext cx="71400" cy="527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Inter Tight"/>
              <a:ea typeface="Inter Tight"/>
              <a:cs typeface="Inter Tight"/>
            </a:endParaRPr>
          </a:p>
        </p:txBody>
      </p:sp>
      <p:pic>
        <p:nvPicPr>
          <p:cNvPr id="388" name="Google Shape;378;p6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4fac690e064406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462725" y="474600"/>
            <a:ext cx="1149450" cy="2811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61.xml><?xml version="1.0" encoding="utf-8"?>
<p:sldLayout xmlns:p="http://schemas.openxmlformats.org/presentationml/2006/main" matchingName="Title and three columns">
  <p:cSld name="CUSTOM_6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90" name="Google Shape;380;p6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48517f4749e4954">
            <a:alphaModFix amt="50000"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-4511825" y="1178075"/>
            <a:ext cx="20356226" cy="762287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81" name="Google Shape;381;p64">
            <a:extLst xmlns:a="http://schemas.openxmlformats.org/drawingml/2006/main">
              <a:ext uri="{FF2B5EF4-FFF2-40B4-BE49-F238E27FC236}">
                <a16:creationId xmlns:a16="http://schemas.microsoft.com/office/drawing/2014/main" id="{21C65A05-EBAD-4F7A-9895-D57760007E4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00" y="445025"/>
            <a:ext cx="77040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 SemiBold"/>
              <a:buNone/>
              <a:defRPr>
                <a:solidFill>
                  <a:schemeClr val="lt2"/>
                </a:solidFill>
                <a:latin typeface="Inter Tight SemiBold"/>
                <a:ea typeface="Inter Tight SemiBold"/>
                <a:cs typeface="Inter Tight SemiBold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 SemiBold"/>
              <a:buNone/>
              <a:defRPr>
                <a:solidFill>
                  <a:schemeClr val="lt2"/>
                </a:solidFill>
                <a:latin typeface="Inter Tight SemiBold"/>
                <a:ea typeface="Inter Tight SemiBold"/>
                <a:cs typeface="Inter Tight SemiBold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 SemiBold"/>
              <a:buNone/>
              <a:defRPr>
                <a:solidFill>
                  <a:schemeClr val="lt2"/>
                </a:solidFill>
                <a:latin typeface="Inter Tight SemiBold"/>
                <a:ea typeface="Inter Tight SemiBold"/>
                <a:cs typeface="Inter Tight SemiBold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 SemiBold"/>
              <a:buNone/>
              <a:defRPr>
                <a:solidFill>
                  <a:schemeClr val="lt2"/>
                </a:solidFill>
                <a:latin typeface="Inter Tight SemiBold"/>
                <a:ea typeface="Inter Tight SemiBold"/>
                <a:cs typeface="Inter Tight SemiBold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 SemiBold"/>
              <a:buNone/>
              <a:defRPr>
                <a:solidFill>
                  <a:schemeClr val="lt2"/>
                </a:solidFill>
                <a:latin typeface="Inter Tight SemiBold"/>
                <a:ea typeface="Inter Tight SemiBold"/>
                <a:cs typeface="Inter Tight SemiBold"/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 SemiBold"/>
              <a:buNone/>
              <a:defRPr>
                <a:solidFill>
                  <a:schemeClr val="lt2"/>
                </a:solidFill>
                <a:latin typeface="Inter Tight SemiBold"/>
                <a:ea typeface="Inter Tight SemiBold"/>
                <a:cs typeface="Inter Tight SemiBold"/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 SemiBold"/>
              <a:buNone/>
              <a:defRPr>
                <a:solidFill>
                  <a:schemeClr val="lt2"/>
                </a:solidFill>
                <a:latin typeface="Inter Tight SemiBold"/>
                <a:ea typeface="Inter Tight SemiBold"/>
                <a:cs typeface="Inter Tight SemiBold"/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 SemiBold"/>
              <a:buNone/>
              <a:defRPr>
                <a:solidFill>
                  <a:schemeClr val="lt2"/>
                </a:solidFill>
                <a:latin typeface="Inter Tight SemiBold"/>
                <a:ea typeface="Inter Tight SemiBold"/>
                <a:cs typeface="Inter Tight SemiBold"/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 SemiBold"/>
              <a:buNone/>
              <a:defRPr>
                <a:solidFill>
                  <a:schemeClr val="lt2"/>
                </a:solidFill>
                <a:latin typeface="Inter Tight SemiBold"/>
                <a:ea typeface="Inter Tight SemiBold"/>
                <a:cs typeface="Inter Tight SemiBold"/>
              </a:defRPr>
            </a:lvl9pPr>
          </a:lstStyle>
          <a:p xmlns:a="http://schemas.openxmlformats.org/drawingml/2006/main"/>
        </p:txBody>
      </p:sp>
      <p:sp>
        <p:nvSpPr>
          <p:cNvPr id="382" name="Google Shape;382;p64">
            <a:extLst xmlns:a="http://schemas.openxmlformats.org/drawingml/2006/main">
              <a:ext uri="{FF2B5EF4-FFF2-40B4-BE49-F238E27FC236}">
                <a16:creationId xmlns:a16="http://schemas.microsoft.com/office/drawing/2014/main" id="{83FB638C-74A1-44AF-B683-FA3F4A87167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768715" y="2879751"/>
            <a:ext cx="2181000" cy="63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sz="1100">
                <a:solidFill>
                  <a:schemeClr val="accent1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sz="1100">
                <a:solidFill>
                  <a:schemeClr val="accent1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sz="1100">
                <a:solidFill>
                  <a:schemeClr val="accent1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sz="1100">
                <a:solidFill>
                  <a:schemeClr val="accent1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sz="1100">
                <a:solidFill>
                  <a:schemeClr val="accent1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sz="1100">
                <a:solidFill>
                  <a:schemeClr val="accent1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sz="1100">
                <a:solidFill>
                  <a:schemeClr val="accent1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sz="1100">
                <a:solidFill>
                  <a:schemeClr val="accent1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sz="1100">
                <a:solidFill>
                  <a:schemeClr val="accent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383" name="Google Shape;383;p64">
            <a:extLst xmlns:a="http://schemas.openxmlformats.org/drawingml/2006/main">
              <a:ext uri="{FF2B5EF4-FFF2-40B4-BE49-F238E27FC236}">
                <a16:creationId xmlns:a16="http://schemas.microsoft.com/office/drawing/2014/main" id="{8775F41A-4AA2-4E51-8D6C-0024D1ABAD36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3481500" y="2879751"/>
            <a:ext cx="2181000" cy="63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sz="1100">
                <a:solidFill>
                  <a:schemeClr val="accent1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sz="1100">
                <a:solidFill>
                  <a:schemeClr val="accent1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sz="1100">
                <a:solidFill>
                  <a:schemeClr val="accent1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sz="1100">
                <a:solidFill>
                  <a:schemeClr val="accent1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sz="1100">
                <a:solidFill>
                  <a:schemeClr val="accent1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sz="1100">
                <a:solidFill>
                  <a:schemeClr val="accent1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sz="1100">
                <a:solidFill>
                  <a:schemeClr val="accent1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sz="1100">
                <a:solidFill>
                  <a:schemeClr val="accent1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sz="1100">
                <a:solidFill>
                  <a:schemeClr val="accent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384" name="Google Shape;384;p64">
            <a:extLst xmlns:a="http://schemas.openxmlformats.org/drawingml/2006/main">
              <a:ext uri="{FF2B5EF4-FFF2-40B4-BE49-F238E27FC236}">
                <a16:creationId xmlns:a16="http://schemas.microsoft.com/office/drawing/2014/main" id="{8EAB2DB8-F899-4BB0-B01F-14A791C9CD52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6194285" y="2879751"/>
            <a:ext cx="2181000" cy="63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sz="1100">
                <a:solidFill>
                  <a:schemeClr val="accent1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sz="1100">
                <a:solidFill>
                  <a:schemeClr val="accent1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sz="1100">
                <a:solidFill>
                  <a:schemeClr val="accent1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sz="1100">
                <a:solidFill>
                  <a:schemeClr val="accent1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sz="1100">
                <a:solidFill>
                  <a:schemeClr val="accent1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sz="1100">
                <a:solidFill>
                  <a:schemeClr val="accent1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sz="1100">
                <a:solidFill>
                  <a:schemeClr val="accent1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sz="1100">
                <a:solidFill>
                  <a:schemeClr val="accent1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sz="1100">
                <a:solidFill>
                  <a:schemeClr val="accent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385" name="Google Shape;385;p64">
            <a:extLst xmlns:a="http://schemas.openxmlformats.org/drawingml/2006/main">
              <a:ext uri="{FF2B5EF4-FFF2-40B4-BE49-F238E27FC236}">
                <a16:creationId xmlns:a16="http://schemas.microsoft.com/office/drawing/2014/main" id="{F20EFD5E-4E1E-4AA4-B5E1-F7071E626BC4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769765" y="2420725"/>
            <a:ext cx="21789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 b="1">
                <a:solidFill>
                  <a:schemeClr val="lt2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 b="1">
                <a:solidFill>
                  <a:schemeClr val="lt2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 b="1">
                <a:solidFill>
                  <a:schemeClr val="lt2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 b="1">
                <a:solidFill>
                  <a:schemeClr val="lt2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 b="1">
                <a:solidFill>
                  <a:schemeClr val="lt2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 b="1">
                <a:solidFill>
                  <a:schemeClr val="lt2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 b="1">
                <a:solidFill>
                  <a:schemeClr val="lt2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 b="1">
                <a:solidFill>
                  <a:schemeClr val="lt2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 b="1">
                <a:solidFill>
                  <a:schemeClr val="lt2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386" name="Google Shape;386;p64">
            <a:extLst xmlns:a="http://schemas.openxmlformats.org/drawingml/2006/main">
              <a:ext uri="{FF2B5EF4-FFF2-40B4-BE49-F238E27FC236}">
                <a16:creationId xmlns:a16="http://schemas.microsoft.com/office/drawing/2014/main" id="{DF9F3831-BA28-48E7-889F-6C8B3325AB17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3482550" y="2420725"/>
            <a:ext cx="21789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 b="1">
                <a:solidFill>
                  <a:schemeClr val="lt2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 b="1">
                <a:solidFill>
                  <a:schemeClr val="lt2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 b="1">
                <a:solidFill>
                  <a:schemeClr val="lt2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 b="1">
                <a:solidFill>
                  <a:schemeClr val="lt2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 b="1">
                <a:solidFill>
                  <a:schemeClr val="lt2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 b="1">
                <a:solidFill>
                  <a:schemeClr val="lt2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 b="1">
                <a:solidFill>
                  <a:schemeClr val="lt2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 b="1">
                <a:solidFill>
                  <a:schemeClr val="lt2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 b="1">
                <a:solidFill>
                  <a:schemeClr val="lt2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387" name="Google Shape;387;p64">
            <a:extLst xmlns:a="http://schemas.openxmlformats.org/drawingml/2006/main">
              <a:ext uri="{FF2B5EF4-FFF2-40B4-BE49-F238E27FC236}">
                <a16:creationId xmlns:a16="http://schemas.microsoft.com/office/drawing/2014/main" id="{F2A48DC6-303D-4000-AA6C-6C6041AA019A}"/>
              </a:ext>
            </a:extLst>
          </p:cNvPr>
          <p:cNvSpPr>
            <a:spLocks xmlns:a="http://schemas.openxmlformats.org/drawingml/2006/main" noGrp="1"/>
          </p:cNvSpPr>
          <p:nvPr>
            <p:ph type="subTitle" idx="6"/>
          </p:nvPr>
        </p:nvSpPr>
        <p:spPr>
          <a:xfrm xmlns:a="http://schemas.openxmlformats.org/drawingml/2006/main">
            <a:off x="6195335" y="2420725"/>
            <a:ext cx="21789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 b="1">
                <a:solidFill>
                  <a:schemeClr val="lt2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 b="1">
                <a:solidFill>
                  <a:schemeClr val="lt2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 b="1">
                <a:solidFill>
                  <a:schemeClr val="lt2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 b="1">
                <a:solidFill>
                  <a:schemeClr val="lt2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 b="1">
                <a:solidFill>
                  <a:schemeClr val="lt2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 b="1">
                <a:solidFill>
                  <a:schemeClr val="lt2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 b="1">
                <a:solidFill>
                  <a:schemeClr val="lt2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 b="1">
                <a:solidFill>
                  <a:schemeClr val="lt2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 b="1">
                <a:solidFill>
                  <a:schemeClr val="lt2"/>
                </a:solidFill>
              </a:defRPr>
            </a:lvl9pPr>
          </a:lstStyle>
          <a:p xmlns:a="http://schemas.openxmlformats.org/drawingml/2006/main"/>
        </p:txBody>
      </p:sp>
      <p:pic>
        <p:nvPicPr>
          <p:cNvPr id="398" name="Google Shape;388;p6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3750ef4351b403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462725" y="474600"/>
            <a:ext cx="1149450" cy="2811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62.xml><?xml version="1.0" encoding="utf-8"?>
<p:sldLayout xmlns:p="http://schemas.openxmlformats.org/presentationml/2006/main" matchingName="Title and three columns 1">
  <p:cSld name="CUSTOM_6_1">
    <p:bg>
      <p:bgPr>
        <a:solidFill xmlns:a="http://schemas.openxmlformats.org/drawingml/2006/main">
          <a:schemeClr val="lt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99" name="Google Shape;390;p6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060a27630a44ed3">
            <a:alphaModFix amt="39000"/>
          </a:blip>
          <a:srcRect xmlns:a="http://schemas.openxmlformats.org/drawingml/2006/main" l="-7670" t="-7760" r="7670" b="7760"/>
          <a:stretch xmlns:a="http://schemas.openxmlformats.org/drawingml/2006/main"/>
        </p:blipFill>
        <p:spPr>
          <a:xfrm xmlns:a="http://schemas.openxmlformats.org/drawingml/2006/main">
            <a:off x="-10864375" y="445025"/>
            <a:ext cx="26254776" cy="870072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91" name="Google Shape;391;p65">
            <a:extLst xmlns:a="http://schemas.openxmlformats.org/drawingml/2006/main">
              <a:ext uri="{FF2B5EF4-FFF2-40B4-BE49-F238E27FC236}">
                <a16:creationId xmlns:a16="http://schemas.microsoft.com/office/drawing/2014/main" id="{261990C9-F73F-4B0A-87E5-6B82A0AF7E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00" y="445025"/>
            <a:ext cx="77040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 SemiBold"/>
              <a:buNone/>
              <a:defRPr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 SemiBold"/>
              <a:buNone/>
              <a:defRPr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 SemiBold"/>
              <a:buNone/>
              <a:defRPr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 SemiBold"/>
              <a:buNone/>
              <a:defRPr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 SemiBold"/>
              <a:buNone/>
              <a:defRPr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 SemiBold"/>
              <a:buNone/>
              <a:defRPr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 SemiBold"/>
              <a:buNone/>
              <a:defRPr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 SemiBold"/>
              <a:buNone/>
              <a:defRPr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 SemiBold"/>
              <a:buNone/>
              <a:defRPr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</a:defRPr>
            </a:lvl9pPr>
          </a:lstStyle>
          <a:p xmlns:a="http://schemas.openxmlformats.org/drawingml/2006/main"/>
        </p:txBody>
      </p:sp>
      <p:sp>
        <p:nvSpPr>
          <p:cNvPr id="392" name="Google Shape;392;p65">
            <a:extLst xmlns:a="http://schemas.openxmlformats.org/drawingml/2006/main">
              <a:ext uri="{FF2B5EF4-FFF2-40B4-BE49-F238E27FC236}">
                <a16:creationId xmlns:a16="http://schemas.microsoft.com/office/drawing/2014/main" id="{30666C5F-6E70-4848-925C-280BEA7888D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768715" y="3489351"/>
            <a:ext cx="2181000" cy="63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393" name="Google Shape;393;p65">
            <a:extLst xmlns:a="http://schemas.openxmlformats.org/drawingml/2006/main">
              <a:ext uri="{FF2B5EF4-FFF2-40B4-BE49-F238E27FC236}">
                <a16:creationId xmlns:a16="http://schemas.microsoft.com/office/drawing/2014/main" id="{C9B36267-A6D8-4413-A15E-CB0F5DB58B3F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3481500" y="3489351"/>
            <a:ext cx="2181000" cy="63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394" name="Google Shape;394;p65">
            <a:extLst xmlns:a="http://schemas.openxmlformats.org/drawingml/2006/main">
              <a:ext uri="{FF2B5EF4-FFF2-40B4-BE49-F238E27FC236}">
                <a16:creationId xmlns:a16="http://schemas.microsoft.com/office/drawing/2014/main" id="{3C36E9DB-3021-4D13-B320-DBD93194BABD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6194285" y="3489351"/>
            <a:ext cx="2181000" cy="63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395" name="Google Shape;395;p65">
            <a:extLst xmlns:a="http://schemas.openxmlformats.org/drawingml/2006/main">
              <a:ext uri="{FF2B5EF4-FFF2-40B4-BE49-F238E27FC236}">
                <a16:creationId xmlns:a16="http://schemas.microsoft.com/office/drawing/2014/main" id="{F9E9B7EF-65AF-48BC-B962-86E8E70F4546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769765" y="3030325"/>
            <a:ext cx="21789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>
                <a:solidFill>
                  <a:schemeClr val="dk1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>
                <a:solidFill>
                  <a:schemeClr val="dk1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>
                <a:solidFill>
                  <a:schemeClr val="dk1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>
                <a:solidFill>
                  <a:schemeClr val="dk1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>
                <a:solidFill>
                  <a:schemeClr val="dk1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>
                <a:solidFill>
                  <a:schemeClr val="dk1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>
                <a:solidFill>
                  <a:schemeClr val="dk1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>
                <a:solidFill>
                  <a:schemeClr val="dk1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396" name="Google Shape;396;p65">
            <a:extLst xmlns:a="http://schemas.openxmlformats.org/drawingml/2006/main">
              <a:ext uri="{FF2B5EF4-FFF2-40B4-BE49-F238E27FC236}">
                <a16:creationId xmlns:a16="http://schemas.microsoft.com/office/drawing/2014/main" id="{42D7FDCE-B6EF-43EA-9BF7-69F15C35D077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3482550" y="3030325"/>
            <a:ext cx="21789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>
                <a:solidFill>
                  <a:schemeClr val="dk1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>
                <a:solidFill>
                  <a:schemeClr val="dk1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>
                <a:solidFill>
                  <a:schemeClr val="dk1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>
                <a:solidFill>
                  <a:schemeClr val="dk1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>
                <a:solidFill>
                  <a:schemeClr val="dk1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>
                <a:solidFill>
                  <a:schemeClr val="dk1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>
                <a:solidFill>
                  <a:schemeClr val="dk1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>
                <a:solidFill>
                  <a:schemeClr val="dk1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397" name="Google Shape;397;p65">
            <a:extLst xmlns:a="http://schemas.openxmlformats.org/drawingml/2006/main">
              <a:ext uri="{FF2B5EF4-FFF2-40B4-BE49-F238E27FC236}">
                <a16:creationId xmlns:a16="http://schemas.microsoft.com/office/drawing/2014/main" id="{B12BA265-168E-47D4-8950-F71EFF7BE3A5}"/>
              </a:ext>
            </a:extLst>
          </p:cNvPr>
          <p:cNvSpPr>
            <a:spLocks xmlns:a="http://schemas.openxmlformats.org/drawingml/2006/main" noGrp="1"/>
          </p:cNvSpPr>
          <p:nvPr>
            <p:ph type="subTitle" idx="6"/>
          </p:nvPr>
        </p:nvSpPr>
        <p:spPr>
          <a:xfrm xmlns:a="http://schemas.openxmlformats.org/drawingml/2006/main">
            <a:off x="6195335" y="3030325"/>
            <a:ext cx="21789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>
                <a:solidFill>
                  <a:schemeClr val="dk1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>
                <a:solidFill>
                  <a:schemeClr val="dk1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>
                <a:solidFill>
                  <a:schemeClr val="dk1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>
                <a:solidFill>
                  <a:schemeClr val="dk1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>
                <a:solidFill>
                  <a:schemeClr val="dk1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>
                <a:solidFill>
                  <a:schemeClr val="dk1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>
                <a:solidFill>
                  <a:schemeClr val="dk1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>
                <a:solidFill>
                  <a:schemeClr val="dk1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3.xml><?xml version="1.0" encoding="utf-8"?>
<p:sldLayout xmlns:p="http://schemas.openxmlformats.org/presentationml/2006/main" matchingName="Title and four columns">
  <p:cSld name="CUSTOM_5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15" name="Google Shape;399;p6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e0ab846333e4537">
            <a:alphaModFix amt="50000"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-2875700" y="-2011100"/>
            <a:ext cx="15557900" cy="5420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00" name="Google Shape;400;p66">
            <a:extLst xmlns:a="http://schemas.openxmlformats.org/drawingml/2006/main">
              <a:ext uri="{FF2B5EF4-FFF2-40B4-BE49-F238E27FC236}">
                <a16:creationId xmlns:a16="http://schemas.microsoft.com/office/drawing/2014/main" id="{2EC097D1-25E2-4BD6-928A-D713E262A5A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46825" y="412550"/>
            <a:ext cx="77040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 SemiBold"/>
              <a:buNone/>
              <a:defRPr>
                <a:solidFill>
                  <a:schemeClr val="lt2"/>
                </a:solidFill>
                <a:latin typeface="Inter Tight SemiBold"/>
                <a:ea typeface="Inter Tight SemiBold"/>
                <a:cs typeface="Inter Tight SemiBold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 SemiBold"/>
              <a:buNone/>
              <a:defRPr>
                <a:solidFill>
                  <a:schemeClr val="lt2"/>
                </a:solidFill>
                <a:latin typeface="Inter Tight SemiBold"/>
                <a:ea typeface="Inter Tight SemiBold"/>
                <a:cs typeface="Inter Tight SemiBold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 SemiBold"/>
              <a:buNone/>
              <a:defRPr>
                <a:solidFill>
                  <a:schemeClr val="lt2"/>
                </a:solidFill>
                <a:latin typeface="Inter Tight SemiBold"/>
                <a:ea typeface="Inter Tight SemiBold"/>
                <a:cs typeface="Inter Tight SemiBold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 SemiBold"/>
              <a:buNone/>
              <a:defRPr>
                <a:solidFill>
                  <a:schemeClr val="lt2"/>
                </a:solidFill>
                <a:latin typeface="Inter Tight SemiBold"/>
                <a:ea typeface="Inter Tight SemiBold"/>
                <a:cs typeface="Inter Tight SemiBold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 SemiBold"/>
              <a:buNone/>
              <a:defRPr>
                <a:solidFill>
                  <a:schemeClr val="lt2"/>
                </a:solidFill>
                <a:latin typeface="Inter Tight SemiBold"/>
                <a:ea typeface="Inter Tight SemiBold"/>
                <a:cs typeface="Inter Tight SemiBold"/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 SemiBold"/>
              <a:buNone/>
              <a:defRPr>
                <a:solidFill>
                  <a:schemeClr val="lt2"/>
                </a:solidFill>
                <a:latin typeface="Inter Tight SemiBold"/>
                <a:ea typeface="Inter Tight SemiBold"/>
                <a:cs typeface="Inter Tight SemiBold"/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 SemiBold"/>
              <a:buNone/>
              <a:defRPr>
                <a:solidFill>
                  <a:schemeClr val="lt2"/>
                </a:solidFill>
                <a:latin typeface="Inter Tight SemiBold"/>
                <a:ea typeface="Inter Tight SemiBold"/>
                <a:cs typeface="Inter Tight SemiBold"/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 SemiBold"/>
              <a:buNone/>
              <a:defRPr>
                <a:solidFill>
                  <a:schemeClr val="lt2"/>
                </a:solidFill>
                <a:latin typeface="Inter Tight SemiBold"/>
                <a:ea typeface="Inter Tight SemiBold"/>
                <a:cs typeface="Inter Tight SemiBold"/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 SemiBold"/>
              <a:buNone/>
              <a:defRPr>
                <a:solidFill>
                  <a:schemeClr val="lt2"/>
                </a:solidFill>
                <a:latin typeface="Inter Tight SemiBold"/>
                <a:ea typeface="Inter Tight SemiBold"/>
                <a:cs typeface="Inter Tight SemiBold"/>
              </a:defRPr>
            </a:lvl9pPr>
          </a:lstStyle>
          <a:p xmlns:a="http://schemas.openxmlformats.org/drawingml/2006/main"/>
        </p:txBody>
      </p:sp>
      <p:sp>
        <p:nvSpPr>
          <p:cNvPr id="401" name="Google Shape;401;p66">
            <a:extLst xmlns:a="http://schemas.openxmlformats.org/drawingml/2006/main">
              <a:ext uri="{FF2B5EF4-FFF2-40B4-BE49-F238E27FC236}">
                <a16:creationId xmlns:a16="http://schemas.microsoft.com/office/drawing/2014/main" id="{59DB613F-90E0-45CE-A030-1F8B42582A8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872600" y="2329913"/>
            <a:ext cx="4476600" cy="403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402" name="Google Shape;402;p66">
            <a:extLst xmlns:a="http://schemas.openxmlformats.org/drawingml/2006/main">
              <a:ext uri="{FF2B5EF4-FFF2-40B4-BE49-F238E27FC236}">
                <a16:creationId xmlns:a16="http://schemas.microsoft.com/office/drawing/2014/main" id="{ED276A8D-BBA8-4697-A8C0-689B9895A6D0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872600" y="1954338"/>
            <a:ext cx="4476600" cy="4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1">
                <a:solidFill>
                  <a:schemeClr val="lt2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 b="1">
                <a:solidFill>
                  <a:schemeClr val="lt2"/>
                </a:solidFill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 b="1">
                <a:solidFill>
                  <a:schemeClr val="lt2"/>
                </a:solidFill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 b="1">
                <a:solidFill>
                  <a:schemeClr val="lt2"/>
                </a:solidFill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 b="1">
                <a:solidFill>
                  <a:schemeClr val="lt2"/>
                </a:solidFill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 b="1">
                <a:solidFill>
                  <a:schemeClr val="lt2"/>
                </a:solidFill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 b="1">
                <a:solidFill>
                  <a:schemeClr val="lt2"/>
                </a:solidFill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 b="1">
                <a:solidFill>
                  <a:schemeClr val="lt2"/>
                </a:solidFill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 b="1">
                <a:solidFill>
                  <a:schemeClr val="lt2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403" name="Google Shape;403;p66">
            <a:extLst xmlns:a="http://schemas.openxmlformats.org/drawingml/2006/main">
              <a:ext uri="{FF2B5EF4-FFF2-40B4-BE49-F238E27FC236}">
                <a16:creationId xmlns:a16="http://schemas.microsoft.com/office/drawing/2014/main" id="{90406296-72E5-4E02-842C-452373DDE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50" y="2080475"/>
            <a:ext cx="71400" cy="527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A5D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Inter Tight"/>
              <a:ea typeface="Inter Tight"/>
              <a:cs typeface="Inter Tight"/>
            </a:endParaRPr>
          </a:p>
        </p:txBody>
      </p:sp>
      <p:sp>
        <p:nvSpPr>
          <p:cNvPr id="404" name="Google Shape;404;p66">
            <a:extLst xmlns:a="http://schemas.openxmlformats.org/drawingml/2006/main">
              <a:ext uri="{FF2B5EF4-FFF2-40B4-BE49-F238E27FC236}">
                <a16:creationId xmlns:a16="http://schemas.microsoft.com/office/drawing/2014/main" id="{EC2A73FD-F16F-4401-A3E8-C165CB7EFADF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872600" y="3326563"/>
            <a:ext cx="4476600" cy="403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405" name="Google Shape;405;p66">
            <a:extLst xmlns:a="http://schemas.openxmlformats.org/drawingml/2006/main">
              <a:ext uri="{FF2B5EF4-FFF2-40B4-BE49-F238E27FC236}">
                <a16:creationId xmlns:a16="http://schemas.microsoft.com/office/drawing/2014/main" id="{54990C0B-8355-49A7-858D-D0126D10305F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872600" y="2950988"/>
            <a:ext cx="4476600" cy="4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1">
                <a:solidFill>
                  <a:schemeClr val="lt2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 b="1">
                <a:solidFill>
                  <a:schemeClr val="lt2"/>
                </a:solidFill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 b="1">
                <a:solidFill>
                  <a:schemeClr val="lt2"/>
                </a:solidFill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 b="1">
                <a:solidFill>
                  <a:schemeClr val="lt2"/>
                </a:solidFill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 b="1">
                <a:solidFill>
                  <a:schemeClr val="lt2"/>
                </a:solidFill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 b="1">
                <a:solidFill>
                  <a:schemeClr val="lt2"/>
                </a:solidFill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 b="1">
                <a:solidFill>
                  <a:schemeClr val="lt2"/>
                </a:solidFill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 b="1">
                <a:solidFill>
                  <a:schemeClr val="lt2"/>
                </a:solidFill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 b="1">
                <a:solidFill>
                  <a:schemeClr val="lt2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406" name="Google Shape;406;p66">
            <a:extLst xmlns:a="http://schemas.openxmlformats.org/drawingml/2006/main">
              <a:ext uri="{FF2B5EF4-FFF2-40B4-BE49-F238E27FC236}">
                <a16:creationId xmlns:a16="http://schemas.microsoft.com/office/drawing/2014/main" id="{CE2DB958-048B-4123-AB58-FC43D73AA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50" y="3077125"/>
            <a:ext cx="71400" cy="527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A5D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Inter Tight"/>
              <a:ea typeface="Inter Tight"/>
              <a:cs typeface="Inter Tight"/>
            </a:endParaRPr>
          </a:p>
        </p:txBody>
      </p:sp>
      <p:sp>
        <p:nvSpPr>
          <p:cNvPr id="407" name="Google Shape;407;p66">
            <a:extLst xmlns:a="http://schemas.openxmlformats.org/drawingml/2006/main">
              <a:ext uri="{FF2B5EF4-FFF2-40B4-BE49-F238E27FC236}">
                <a16:creationId xmlns:a16="http://schemas.microsoft.com/office/drawing/2014/main" id="{FF2084D8-3497-4F68-8584-847C36548536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4856650" y="2329925"/>
            <a:ext cx="3361800" cy="403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408" name="Google Shape;408;p66">
            <a:extLst xmlns:a="http://schemas.openxmlformats.org/drawingml/2006/main">
              <a:ext uri="{FF2B5EF4-FFF2-40B4-BE49-F238E27FC236}">
                <a16:creationId xmlns:a16="http://schemas.microsoft.com/office/drawing/2014/main" id="{31D10866-5310-44B1-B081-99C6F5AD5E4D}"/>
              </a:ext>
            </a:extLst>
          </p:cNvPr>
          <p:cNvSpPr>
            <a:spLocks xmlns:a="http://schemas.openxmlformats.org/drawingml/2006/main" noGrp="1"/>
          </p:cNvSpPr>
          <p:nvPr>
            <p:ph type="subTitle" idx="6"/>
          </p:nvPr>
        </p:nvSpPr>
        <p:spPr>
          <a:xfrm xmlns:a="http://schemas.openxmlformats.org/drawingml/2006/main">
            <a:off x="4856650" y="1954350"/>
            <a:ext cx="3589200" cy="4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1">
                <a:solidFill>
                  <a:schemeClr val="lt2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 b="1">
                <a:solidFill>
                  <a:schemeClr val="lt2"/>
                </a:solidFill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 b="1">
                <a:solidFill>
                  <a:schemeClr val="lt2"/>
                </a:solidFill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 b="1">
                <a:solidFill>
                  <a:schemeClr val="lt2"/>
                </a:solidFill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 b="1">
                <a:solidFill>
                  <a:schemeClr val="lt2"/>
                </a:solidFill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 b="1">
                <a:solidFill>
                  <a:schemeClr val="lt2"/>
                </a:solidFill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 b="1">
                <a:solidFill>
                  <a:schemeClr val="lt2"/>
                </a:solidFill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 b="1">
                <a:solidFill>
                  <a:schemeClr val="lt2"/>
                </a:solidFill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 b="1">
                <a:solidFill>
                  <a:schemeClr val="lt2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409" name="Google Shape;409;p66">
            <a:extLst xmlns:a="http://schemas.openxmlformats.org/drawingml/2006/main">
              <a:ext uri="{FF2B5EF4-FFF2-40B4-BE49-F238E27FC236}">
                <a16:creationId xmlns:a16="http://schemas.microsoft.com/office/drawing/2014/main" id="{25AC4B95-878F-4151-88DF-D2E45FA5C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2200" y="2080475"/>
            <a:ext cx="71400" cy="527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A5D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Inter Tight"/>
              <a:ea typeface="Inter Tight"/>
              <a:cs typeface="Inter Tight"/>
            </a:endParaRPr>
          </a:p>
        </p:txBody>
      </p:sp>
      <p:sp>
        <p:nvSpPr>
          <p:cNvPr id="410" name="Google Shape;410;p66">
            <a:extLst xmlns:a="http://schemas.openxmlformats.org/drawingml/2006/main">
              <a:ext uri="{FF2B5EF4-FFF2-40B4-BE49-F238E27FC236}">
                <a16:creationId xmlns:a16="http://schemas.microsoft.com/office/drawing/2014/main" id="{12B96F37-434C-4648-BEBA-EC6C457C794F}"/>
              </a:ext>
            </a:extLst>
          </p:cNvPr>
          <p:cNvSpPr>
            <a:spLocks xmlns:a="http://schemas.openxmlformats.org/drawingml/2006/main" noGrp="1"/>
          </p:cNvSpPr>
          <p:nvPr>
            <p:ph type="subTitle" idx="7"/>
          </p:nvPr>
        </p:nvSpPr>
        <p:spPr>
          <a:xfrm xmlns:a="http://schemas.openxmlformats.org/drawingml/2006/main">
            <a:off x="4856650" y="3326575"/>
            <a:ext cx="3091200" cy="403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411" name="Google Shape;411;p66">
            <a:extLst xmlns:a="http://schemas.openxmlformats.org/drawingml/2006/main">
              <a:ext uri="{FF2B5EF4-FFF2-40B4-BE49-F238E27FC236}">
                <a16:creationId xmlns:a16="http://schemas.microsoft.com/office/drawing/2014/main" id="{73B69C4F-881A-49CC-A5CE-C78A56D5D87A}"/>
              </a:ext>
            </a:extLst>
          </p:cNvPr>
          <p:cNvSpPr>
            <a:spLocks xmlns:a="http://schemas.openxmlformats.org/drawingml/2006/main" noGrp="1"/>
          </p:cNvSpPr>
          <p:nvPr>
            <p:ph type="subTitle" idx="8"/>
          </p:nvPr>
        </p:nvSpPr>
        <p:spPr>
          <a:xfrm xmlns:a="http://schemas.openxmlformats.org/drawingml/2006/main">
            <a:off x="4856650" y="2951000"/>
            <a:ext cx="3513300" cy="4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1">
                <a:solidFill>
                  <a:schemeClr val="lt2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 b="1">
                <a:solidFill>
                  <a:schemeClr val="lt2"/>
                </a:solidFill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 b="1">
                <a:solidFill>
                  <a:schemeClr val="lt2"/>
                </a:solidFill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 b="1">
                <a:solidFill>
                  <a:schemeClr val="lt2"/>
                </a:solidFill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 b="1">
                <a:solidFill>
                  <a:schemeClr val="lt2"/>
                </a:solidFill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 b="1">
                <a:solidFill>
                  <a:schemeClr val="lt2"/>
                </a:solidFill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 b="1">
                <a:solidFill>
                  <a:schemeClr val="lt2"/>
                </a:solidFill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 b="1">
                <a:solidFill>
                  <a:schemeClr val="lt2"/>
                </a:solidFill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 b="1">
                <a:solidFill>
                  <a:schemeClr val="lt2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412" name="Google Shape;412;p66">
            <a:extLst xmlns:a="http://schemas.openxmlformats.org/drawingml/2006/main">
              <a:ext uri="{FF2B5EF4-FFF2-40B4-BE49-F238E27FC236}">
                <a16:creationId xmlns:a16="http://schemas.microsoft.com/office/drawing/2014/main" id="{592B6131-AC34-4D58-8B15-5AA83C58E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2200" y="3077125"/>
            <a:ext cx="71400" cy="527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A5D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Inter Tight"/>
              <a:ea typeface="Inter Tight"/>
              <a:cs typeface="Inter Tight"/>
            </a:endParaRPr>
          </a:p>
        </p:txBody>
      </p:sp>
      <p:pic>
        <p:nvPicPr>
          <p:cNvPr id="429" name="Google Shape;413;p6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f8898a1ca974ca9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462725" y="474600"/>
            <a:ext cx="1149450" cy="2811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64.xml><?xml version="1.0" encoding="utf-8"?>
<p:sldLayout xmlns:p="http://schemas.openxmlformats.org/presentationml/2006/main" matchingName="Title and six columns">
  <p:cSld name="CUSTOM_7">
    <p:bg>
      <p:bgPr>
        <a:solidFill xmlns:a="http://schemas.openxmlformats.org/drawingml/2006/main">
          <a:schemeClr val="lt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31" name="Google Shape;415;p6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3598393981a4c75">
            <a:alphaModFix amt="39000"/>
          </a:blip>
          <a:srcRect xmlns:a="http://schemas.openxmlformats.org/drawingml/2006/main" l="-7670" t="-7760" r="7670" b="7760"/>
          <a:stretch xmlns:a="http://schemas.openxmlformats.org/drawingml/2006/main"/>
        </p:blipFill>
        <p:spPr>
          <a:xfrm xmlns:a="http://schemas.openxmlformats.org/drawingml/2006/main">
            <a:off x="-10864375" y="445025"/>
            <a:ext cx="26254776" cy="870072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16" name="Google Shape;416;p67">
            <a:extLst xmlns:a="http://schemas.openxmlformats.org/drawingml/2006/main">
              <a:ext uri="{FF2B5EF4-FFF2-40B4-BE49-F238E27FC236}">
                <a16:creationId xmlns:a16="http://schemas.microsoft.com/office/drawing/2014/main" id="{7DE48CD7-FC74-4B08-B292-4BEF26A554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00" y="445025"/>
            <a:ext cx="77040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"/>
              <a:buNone/>
              <a:defRPr b="1">
                <a:solidFill>
                  <a:schemeClr val="dk1"/>
                </a:solidFill>
                <a:latin typeface="Inter Tight"/>
                <a:ea typeface="Inter Tight"/>
                <a:cs typeface="Inter Tight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"/>
              <a:buNone/>
              <a:defRPr b="1">
                <a:solidFill>
                  <a:schemeClr val="dk1"/>
                </a:solidFill>
                <a:latin typeface="Inter Tight"/>
                <a:ea typeface="Inter Tight"/>
                <a:cs typeface="Inter Tight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"/>
              <a:buNone/>
              <a:defRPr b="1">
                <a:solidFill>
                  <a:schemeClr val="dk1"/>
                </a:solidFill>
                <a:latin typeface="Inter Tight"/>
                <a:ea typeface="Inter Tight"/>
                <a:cs typeface="Inter Tight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"/>
              <a:buNone/>
              <a:defRPr b="1">
                <a:solidFill>
                  <a:schemeClr val="dk1"/>
                </a:solidFill>
                <a:latin typeface="Inter Tight"/>
                <a:ea typeface="Inter Tight"/>
                <a:cs typeface="Inter Tight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"/>
              <a:buNone/>
              <a:defRPr b="1">
                <a:solidFill>
                  <a:schemeClr val="dk1"/>
                </a:solidFill>
                <a:latin typeface="Inter Tight"/>
                <a:ea typeface="Inter Tight"/>
                <a:cs typeface="Inter Tight"/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"/>
              <a:buNone/>
              <a:defRPr b="1">
                <a:solidFill>
                  <a:schemeClr val="dk1"/>
                </a:solidFill>
                <a:latin typeface="Inter Tight"/>
                <a:ea typeface="Inter Tight"/>
                <a:cs typeface="Inter Tight"/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"/>
              <a:buNone/>
              <a:defRPr b="1">
                <a:solidFill>
                  <a:schemeClr val="dk1"/>
                </a:solidFill>
                <a:latin typeface="Inter Tight"/>
                <a:ea typeface="Inter Tight"/>
                <a:cs typeface="Inter Tight"/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"/>
              <a:buNone/>
              <a:defRPr b="1">
                <a:solidFill>
                  <a:schemeClr val="dk1"/>
                </a:solidFill>
                <a:latin typeface="Inter Tight"/>
                <a:ea typeface="Inter Tight"/>
                <a:cs typeface="Inter Tight"/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"/>
              <a:buNone/>
              <a:defRPr b="1">
                <a:solidFill>
                  <a:schemeClr val="dk1"/>
                </a:solidFill>
                <a:latin typeface="Inter Tight"/>
                <a:ea typeface="Inter Tight"/>
                <a:cs typeface="Inter Tight"/>
              </a:defRPr>
            </a:lvl9pPr>
          </a:lstStyle>
          <a:p xmlns:a="http://schemas.openxmlformats.org/drawingml/2006/main"/>
        </p:txBody>
      </p:sp>
      <p:sp>
        <p:nvSpPr>
          <p:cNvPr id="417" name="Google Shape;417;p67">
            <a:extLst xmlns:a="http://schemas.openxmlformats.org/drawingml/2006/main">
              <a:ext uri="{FF2B5EF4-FFF2-40B4-BE49-F238E27FC236}">
                <a16:creationId xmlns:a16="http://schemas.microsoft.com/office/drawing/2014/main" id="{8209E1D9-FD19-4A2A-81CD-C8FD017936C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768715" y="2361501"/>
            <a:ext cx="2181000" cy="63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 sz="1100">
                <a:solidFill>
                  <a:schemeClr val="accent6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 sz="1100">
                <a:solidFill>
                  <a:schemeClr val="accent6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 sz="1100">
                <a:solidFill>
                  <a:schemeClr val="accent6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 sz="1100">
                <a:solidFill>
                  <a:schemeClr val="accent6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 sz="1100">
                <a:solidFill>
                  <a:schemeClr val="accent6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 sz="1100">
                <a:solidFill>
                  <a:schemeClr val="accent6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 sz="1100">
                <a:solidFill>
                  <a:schemeClr val="accent6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 sz="1100">
                <a:solidFill>
                  <a:schemeClr val="accent6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 sz="1100">
                <a:solidFill>
                  <a:schemeClr val="accent6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418" name="Google Shape;418;p67">
            <a:extLst xmlns:a="http://schemas.openxmlformats.org/drawingml/2006/main">
              <a:ext uri="{FF2B5EF4-FFF2-40B4-BE49-F238E27FC236}">
                <a16:creationId xmlns:a16="http://schemas.microsoft.com/office/drawing/2014/main" id="{57E2A8F2-F2A3-4B36-A2F6-45EA17888B77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3481500" y="2361501"/>
            <a:ext cx="2181000" cy="63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 sz="1100">
                <a:solidFill>
                  <a:schemeClr val="accent6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 sz="1100">
                <a:solidFill>
                  <a:schemeClr val="accent6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 sz="1100">
                <a:solidFill>
                  <a:schemeClr val="accent6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 sz="1100">
                <a:solidFill>
                  <a:schemeClr val="accent6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 sz="1100">
                <a:solidFill>
                  <a:schemeClr val="accent6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 sz="1100">
                <a:solidFill>
                  <a:schemeClr val="accent6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 sz="1100">
                <a:solidFill>
                  <a:schemeClr val="accent6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 sz="1100">
                <a:solidFill>
                  <a:schemeClr val="accent6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 sz="1100">
                <a:solidFill>
                  <a:schemeClr val="accent6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419" name="Google Shape;419;p67">
            <a:extLst xmlns:a="http://schemas.openxmlformats.org/drawingml/2006/main">
              <a:ext uri="{FF2B5EF4-FFF2-40B4-BE49-F238E27FC236}">
                <a16:creationId xmlns:a16="http://schemas.microsoft.com/office/drawing/2014/main" id="{C15DFAE9-8DF1-48B2-B7B5-D78B61436635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768715" y="4071350"/>
            <a:ext cx="2181000" cy="63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 sz="1100">
                <a:solidFill>
                  <a:schemeClr val="accent6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 sz="1100">
                <a:solidFill>
                  <a:schemeClr val="accent6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 sz="1100">
                <a:solidFill>
                  <a:schemeClr val="accent6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 sz="1100">
                <a:solidFill>
                  <a:schemeClr val="accent6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 sz="1100">
                <a:solidFill>
                  <a:schemeClr val="accent6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 sz="1100">
                <a:solidFill>
                  <a:schemeClr val="accent6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 sz="1100">
                <a:solidFill>
                  <a:schemeClr val="accent6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 sz="1100">
                <a:solidFill>
                  <a:schemeClr val="accent6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 sz="1100">
                <a:solidFill>
                  <a:schemeClr val="accent6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420" name="Google Shape;420;p67">
            <a:extLst xmlns:a="http://schemas.openxmlformats.org/drawingml/2006/main">
              <a:ext uri="{FF2B5EF4-FFF2-40B4-BE49-F238E27FC236}">
                <a16:creationId xmlns:a16="http://schemas.microsoft.com/office/drawing/2014/main" id="{835ACFF7-BC6D-4F07-BA12-A1E89F640FD8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3481500" y="4071350"/>
            <a:ext cx="2181000" cy="63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 sz="1100">
                <a:solidFill>
                  <a:schemeClr val="accent6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 sz="1100">
                <a:solidFill>
                  <a:schemeClr val="accent6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 sz="1100">
                <a:solidFill>
                  <a:schemeClr val="accent6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 sz="1100">
                <a:solidFill>
                  <a:schemeClr val="accent6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 sz="1100">
                <a:solidFill>
                  <a:schemeClr val="accent6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 sz="1100">
                <a:solidFill>
                  <a:schemeClr val="accent6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 sz="1100">
                <a:solidFill>
                  <a:schemeClr val="accent6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 sz="1100">
                <a:solidFill>
                  <a:schemeClr val="accent6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 sz="1100">
                <a:solidFill>
                  <a:schemeClr val="accent6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421" name="Google Shape;421;p67">
            <a:extLst xmlns:a="http://schemas.openxmlformats.org/drawingml/2006/main">
              <a:ext uri="{FF2B5EF4-FFF2-40B4-BE49-F238E27FC236}">
                <a16:creationId xmlns:a16="http://schemas.microsoft.com/office/drawing/2014/main" id="{C8A1132C-85FC-497F-8F27-8318ACFC7E21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6194285" y="2361501"/>
            <a:ext cx="2181000" cy="63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 sz="1100">
                <a:solidFill>
                  <a:schemeClr val="accent6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 sz="1100">
                <a:solidFill>
                  <a:schemeClr val="accent6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 sz="1100">
                <a:solidFill>
                  <a:schemeClr val="accent6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 sz="1100">
                <a:solidFill>
                  <a:schemeClr val="accent6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 sz="1100">
                <a:solidFill>
                  <a:schemeClr val="accent6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 sz="1100">
                <a:solidFill>
                  <a:schemeClr val="accent6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 sz="1100">
                <a:solidFill>
                  <a:schemeClr val="accent6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 sz="1100">
                <a:solidFill>
                  <a:schemeClr val="accent6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 sz="1100">
                <a:solidFill>
                  <a:schemeClr val="accent6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422" name="Google Shape;422;p67">
            <a:extLst xmlns:a="http://schemas.openxmlformats.org/drawingml/2006/main">
              <a:ext uri="{FF2B5EF4-FFF2-40B4-BE49-F238E27FC236}">
                <a16:creationId xmlns:a16="http://schemas.microsoft.com/office/drawing/2014/main" id="{7AE0BFF4-5C8D-4642-B7BE-8F0CD86BFC74}"/>
              </a:ext>
            </a:extLst>
          </p:cNvPr>
          <p:cNvSpPr>
            <a:spLocks xmlns:a="http://schemas.openxmlformats.org/drawingml/2006/main" noGrp="1"/>
          </p:cNvSpPr>
          <p:nvPr>
            <p:ph type="subTitle" idx="6"/>
          </p:nvPr>
        </p:nvSpPr>
        <p:spPr>
          <a:xfrm xmlns:a="http://schemas.openxmlformats.org/drawingml/2006/main">
            <a:off x="6194285" y="4071350"/>
            <a:ext cx="2181000" cy="63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 sz="1100">
                <a:solidFill>
                  <a:schemeClr val="accent6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 sz="1100">
                <a:solidFill>
                  <a:schemeClr val="accent6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 sz="1100">
                <a:solidFill>
                  <a:schemeClr val="accent6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 sz="1100">
                <a:solidFill>
                  <a:schemeClr val="accent6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 sz="1100">
                <a:solidFill>
                  <a:schemeClr val="accent6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 sz="1100">
                <a:solidFill>
                  <a:schemeClr val="accent6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 sz="1100">
                <a:solidFill>
                  <a:schemeClr val="accent6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 sz="1100">
                <a:solidFill>
                  <a:schemeClr val="accent6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 sz="1100">
                <a:solidFill>
                  <a:schemeClr val="accent6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423" name="Google Shape;423;p67">
            <a:extLst xmlns:a="http://schemas.openxmlformats.org/drawingml/2006/main">
              <a:ext uri="{FF2B5EF4-FFF2-40B4-BE49-F238E27FC236}">
                <a16:creationId xmlns:a16="http://schemas.microsoft.com/office/drawing/2014/main" id="{D3CFE558-688A-4B05-A328-D5ED0E663C7A}"/>
              </a:ext>
            </a:extLst>
          </p:cNvPr>
          <p:cNvSpPr>
            <a:spLocks xmlns:a="http://schemas.openxmlformats.org/drawingml/2006/main" noGrp="1"/>
          </p:cNvSpPr>
          <p:nvPr>
            <p:ph type="subTitle" idx="7"/>
          </p:nvPr>
        </p:nvSpPr>
        <p:spPr>
          <a:xfrm xmlns:a="http://schemas.openxmlformats.org/drawingml/2006/main">
            <a:off x="769765" y="1902475"/>
            <a:ext cx="21789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>
                <a:solidFill>
                  <a:schemeClr val="dk1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>
                <a:solidFill>
                  <a:schemeClr val="dk1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>
                <a:solidFill>
                  <a:schemeClr val="dk1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>
                <a:solidFill>
                  <a:schemeClr val="dk1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>
                <a:solidFill>
                  <a:schemeClr val="dk1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>
                <a:solidFill>
                  <a:schemeClr val="dk1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>
                <a:solidFill>
                  <a:schemeClr val="dk1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>
                <a:solidFill>
                  <a:schemeClr val="dk1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424" name="Google Shape;424;p67">
            <a:extLst xmlns:a="http://schemas.openxmlformats.org/drawingml/2006/main">
              <a:ext uri="{FF2B5EF4-FFF2-40B4-BE49-F238E27FC236}">
                <a16:creationId xmlns:a16="http://schemas.microsoft.com/office/drawing/2014/main" id="{B4D1F304-4752-4254-8ED6-82B58946C1D3}"/>
              </a:ext>
            </a:extLst>
          </p:cNvPr>
          <p:cNvSpPr>
            <a:spLocks xmlns:a="http://schemas.openxmlformats.org/drawingml/2006/main" noGrp="1"/>
          </p:cNvSpPr>
          <p:nvPr>
            <p:ph type="subTitle" idx="8"/>
          </p:nvPr>
        </p:nvSpPr>
        <p:spPr>
          <a:xfrm xmlns:a="http://schemas.openxmlformats.org/drawingml/2006/main">
            <a:off x="3482550" y="1902475"/>
            <a:ext cx="21789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>
                <a:solidFill>
                  <a:schemeClr val="dk1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>
                <a:solidFill>
                  <a:schemeClr val="dk1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>
                <a:solidFill>
                  <a:schemeClr val="dk1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>
                <a:solidFill>
                  <a:schemeClr val="dk1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>
                <a:solidFill>
                  <a:schemeClr val="dk1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>
                <a:solidFill>
                  <a:schemeClr val="dk1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>
                <a:solidFill>
                  <a:schemeClr val="dk1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>
                <a:solidFill>
                  <a:schemeClr val="dk1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425" name="Google Shape;425;p67">
            <a:extLst xmlns:a="http://schemas.openxmlformats.org/drawingml/2006/main">
              <a:ext uri="{FF2B5EF4-FFF2-40B4-BE49-F238E27FC236}">
                <a16:creationId xmlns:a16="http://schemas.microsoft.com/office/drawing/2014/main" id="{7C013FD7-4B98-432D-BBD2-7E20225B7938}"/>
              </a:ext>
            </a:extLst>
          </p:cNvPr>
          <p:cNvSpPr>
            <a:spLocks xmlns:a="http://schemas.openxmlformats.org/drawingml/2006/main" noGrp="1"/>
          </p:cNvSpPr>
          <p:nvPr>
            <p:ph type="subTitle" idx="9"/>
          </p:nvPr>
        </p:nvSpPr>
        <p:spPr>
          <a:xfrm xmlns:a="http://schemas.openxmlformats.org/drawingml/2006/main">
            <a:off x="6195335" y="1902475"/>
            <a:ext cx="21789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>
                <a:solidFill>
                  <a:schemeClr val="dk1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>
                <a:solidFill>
                  <a:schemeClr val="dk1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>
                <a:solidFill>
                  <a:schemeClr val="dk1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>
                <a:solidFill>
                  <a:schemeClr val="dk1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>
                <a:solidFill>
                  <a:schemeClr val="dk1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>
                <a:solidFill>
                  <a:schemeClr val="dk1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>
                <a:solidFill>
                  <a:schemeClr val="dk1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>
                <a:solidFill>
                  <a:schemeClr val="dk1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426" name="Google Shape;426;p67">
            <a:extLst xmlns:a="http://schemas.openxmlformats.org/drawingml/2006/main">
              <a:ext uri="{FF2B5EF4-FFF2-40B4-BE49-F238E27FC236}">
                <a16:creationId xmlns:a16="http://schemas.microsoft.com/office/drawing/2014/main" id="{FAC6F020-24BD-49EF-8AD8-65EE979C9DE6}"/>
              </a:ext>
            </a:extLst>
          </p:cNvPr>
          <p:cNvSpPr>
            <a:spLocks xmlns:a="http://schemas.openxmlformats.org/drawingml/2006/main" noGrp="1"/>
          </p:cNvSpPr>
          <p:nvPr>
            <p:ph type="subTitle" idx="13"/>
          </p:nvPr>
        </p:nvSpPr>
        <p:spPr>
          <a:xfrm xmlns:a="http://schemas.openxmlformats.org/drawingml/2006/main">
            <a:off x="769765" y="3612300"/>
            <a:ext cx="21789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>
                <a:solidFill>
                  <a:schemeClr val="dk1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>
                <a:solidFill>
                  <a:schemeClr val="dk1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>
                <a:solidFill>
                  <a:schemeClr val="dk1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>
                <a:solidFill>
                  <a:schemeClr val="dk1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>
                <a:solidFill>
                  <a:schemeClr val="dk1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>
                <a:solidFill>
                  <a:schemeClr val="dk1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>
                <a:solidFill>
                  <a:schemeClr val="dk1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>
                <a:solidFill>
                  <a:schemeClr val="dk1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427" name="Google Shape;427;p67">
            <a:extLst xmlns:a="http://schemas.openxmlformats.org/drawingml/2006/main">
              <a:ext uri="{FF2B5EF4-FFF2-40B4-BE49-F238E27FC236}">
                <a16:creationId xmlns:a16="http://schemas.microsoft.com/office/drawing/2014/main" id="{5477AE2A-A0C3-4131-8576-19DD09812E86}"/>
              </a:ext>
            </a:extLst>
          </p:cNvPr>
          <p:cNvSpPr>
            <a:spLocks xmlns:a="http://schemas.openxmlformats.org/drawingml/2006/main" noGrp="1"/>
          </p:cNvSpPr>
          <p:nvPr>
            <p:ph type="subTitle" idx="14"/>
          </p:nvPr>
        </p:nvSpPr>
        <p:spPr>
          <a:xfrm xmlns:a="http://schemas.openxmlformats.org/drawingml/2006/main">
            <a:off x="3482550" y="3612300"/>
            <a:ext cx="21789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>
                <a:solidFill>
                  <a:schemeClr val="dk1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>
                <a:solidFill>
                  <a:schemeClr val="dk1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>
                <a:solidFill>
                  <a:schemeClr val="dk1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>
                <a:solidFill>
                  <a:schemeClr val="dk1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>
                <a:solidFill>
                  <a:schemeClr val="dk1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>
                <a:solidFill>
                  <a:schemeClr val="dk1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>
                <a:solidFill>
                  <a:schemeClr val="dk1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>
                <a:solidFill>
                  <a:schemeClr val="dk1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428" name="Google Shape;428;p67">
            <a:extLst xmlns:a="http://schemas.openxmlformats.org/drawingml/2006/main">
              <a:ext uri="{FF2B5EF4-FFF2-40B4-BE49-F238E27FC236}">
                <a16:creationId xmlns:a16="http://schemas.microsoft.com/office/drawing/2014/main" id="{26F35449-8321-43F0-A95C-42A3EFD29455}"/>
              </a:ext>
            </a:extLst>
          </p:cNvPr>
          <p:cNvSpPr>
            <a:spLocks xmlns:a="http://schemas.openxmlformats.org/drawingml/2006/main" noGrp="1"/>
          </p:cNvSpPr>
          <p:nvPr>
            <p:ph type="subTitle" idx="15"/>
          </p:nvPr>
        </p:nvSpPr>
        <p:spPr>
          <a:xfrm xmlns:a="http://schemas.openxmlformats.org/drawingml/2006/main">
            <a:off x="6195335" y="3612300"/>
            <a:ext cx="21789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>
                <a:solidFill>
                  <a:schemeClr val="dk1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>
                <a:solidFill>
                  <a:schemeClr val="dk1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>
                <a:solidFill>
                  <a:schemeClr val="dk1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>
                <a:solidFill>
                  <a:schemeClr val="dk1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>
                <a:solidFill>
                  <a:schemeClr val="dk1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>
                <a:solidFill>
                  <a:schemeClr val="dk1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>
                <a:solidFill>
                  <a:schemeClr val="dk1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>
                <a:solidFill>
                  <a:schemeClr val="dk1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pic>
        <p:nvPicPr>
          <p:cNvPr id="445" name="Google Shape;429;p6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af8209ea9a94fb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462725" y="474600"/>
            <a:ext cx="1149450" cy="2811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65.xml><?xml version="1.0" encoding="utf-8"?>
<p:sldLayout xmlns:p="http://schemas.openxmlformats.org/presentationml/2006/main" matchingName="Numbers and text">
  <p:cSld name="CUSTOM_8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41" name="Google Shape;431;p6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9032253841548f1">
            <a:alphaModFix amt="50000"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-6743450" y="-3623275"/>
            <a:ext cx="15557900" cy="13181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32" name="Google Shape;432;p68">
            <a:extLst xmlns:a="http://schemas.openxmlformats.org/drawingml/2006/main">
              <a:ext uri="{FF2B5EF4-FFF2-40B4-BE49-F238E27FC236}">
                <a16:creationId xmlns:a16="http://schemas.microsoft.com/office/drawing/2014/main" id="{DE3F28E2-4DF2-4AC9-9C97-106A494BEAD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3225" y="653800"/>
            <a:ext cx="3949500" cy="86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 Tight"/>
              <a:buNone/>
              <a:defRPr sz="4500" b="1">
                <a:latin typeface="Inter Tight"/>
                <a:ea typeface="Inter Tight"/>
                <a:cs typeface="Inter Tight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 Tight"/>
              <a:buNone/>
              <a:defRPr sz="6000" b="1">
                <a:solidFill>
                  <a:schemeClr val="lt1"/>
                </a:solidFill>
                <a:latin typeface="Inter Tight"/>
                <a:ea typeface="Inter Tight"/>
                <a:cs typeface="Inter Tight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 Tight"/>
              <a:buNone/>
              <a:defRPr sz="6000" b="1">
                <a:solidFill>
                  <a:schemeClr val="lt1"/>
                </a:solidFill>
                <a:latin typeface="Inter Tight"/>
                <a:ea typeface="Inter Tight"/>
                <a:cs typeface="Inter Tight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 Tight"/>
              <a:buNone/>
              <a:defRPr sz="6000" b="1">
                <a:solidFill>
                  <a:schemeClr val="lt1"/>
                </a:solidFill>
                <a:latin typeface="Inter Tight"/>
                <a:ea typeface="Inter Tight"/>
                <a:cs typeface="Inter Tight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 Tight"/>
              <a:buNone/>
              <a:defRPr sz="6000" b="1">
                <a:solidFill>
                  <a:schemeClr val="lt1"/>
                </a:solidFill>
                <a:latin typeface="Inter Tight"/>
                <a:ea typeface="Inter Tight"/>
                <a:cs typeface="Inter Tight"/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 Tight"/>
              <a:buNone/>
              <a:defRPr sz="6000" b="1">
                <a:solidFill>
                  <a:schemeClr val="lt1"/>
                </a:solidFill>
                <a:latin typeface="Inter Tight"/>
                <a:ea typeface="Inter Tight"/>
                <a:cs typeface="Inter Tight"/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 Tight"/>
              <a:buNone/>
              <a:defRPr sz="6000" b="1">
                <a:solidFill>
                  <a:schemeClr val="lt1"/>
                </a:solidFill>
                <a:latin typeface="Inter Tight"/>
                <a:ea typeface="Inter Tight"/>
                <a:cs typeface="Inter Tight"/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 Tight"/>
              <a:buNone/>
              <a:defRPr sz="6000" b="1">
                <a:solidFill>
                  <a:schemeClr val="lt1"/>
                </a:solidFill>
                <a:latin typeface="Inter Tight"/>
                <a:ea typeface="Inter Tight"/>
                <a:cs typeface="Inter Tight"/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 Tight"/>
              <a:buNone/>
              <a:defRPr sz="6000" b="1">
                <a:solidFill>
                  <a:schemeClr val="lt1"/>
                </a:solidFill>
                <a:latin typeface="Inter Tight"/>
                <a:ea typeface="Inter Tight"/>
                <a:cs typeface="Inter Tight"/>
              </a:defRPr>
            </a:lvl9pPr>
          </a:lstStyle>
          <a:p xmlns:a="http://schemas.openxmlformats.org/drawingml/2006/main"/>
        </p:txBody>
      </p:sp>
      <p:sp>
        <p:nvSpPr>
          <p:cNvPr id="433" name="Google Shape;433;p68">
            <a:extLst xmlns:a="http://schemas.openxmlformats.org/drawingml/2006/main">
              <a:ext uri="{FF2B5EF4-FFF2-40B4-BE49-F238E27FC236}">
                <a16:creationId xmlns:a16="http://schemas.microsoft.com/office/drawing/2014/main" id="{CB286255-2D1C-4E7B-B54C-51B2BA5AEF1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713225" y="1445202"/>
            <a:ext cx="3949500" cy="38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0" rIns="91425" bIns="91425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434" name="Google Shape;434;p68">
            <a:extLst xmlns:a="http://schemas.openxmlformats.org/drawingml/2006/main">
              <a:ext uri="{FF2B5EF4-FFF2-40B4-BE49-F238E27FC236}">
                <a16:creationId xmlns:a16="http://schemas.microsoft.com/office/drawing/2014/main" id="{9ACE50B1-8811-4EF0-96F0-6EABC52615FC}"/>
              </a:ext>
            </a:extLst>
          </p:cNvPr>
          <p:cNvSpPr>
            <a:spLocks xmlns:a="http://schemas.openxmlformats.org/drawingml/2006/main" noGrp="1"/>
          </p:cNvSpPr>
          <p:nvPr>
            <p:ph type="title" idx="2"/>
          </p:nvPr>
        </p:nvSpPr>
        <p:spPr>
          <a:xfrm xmlns:a="http://schemas.openxmlformats.org/drawingml/2006/main">
            <a:off x="713225" y="1983001"/>
            <a:ext cx="3949500" cy="86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 Tight"/>
              <a:buNone/>
              <a:defRPr sz="4500" b="1">
                <a:latin typeface="Inter Tight"/>
                <a:ea typeface="Inter Tight"/>
                <a:cs typeface="Inter Tight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 Tight"/>
              <a:buNone/>
              <a:defRPr sz="6000" b="1">
                <a:solidFill>
                  <a:schemeClr val="lt1"/>
                </a:solidFill>
                <a:latin typeface="Inter Tight"/>
                <a:ea typeface="Inter Tight"/>
                <a:cs typeface="Inter Tight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 Tight"/>
              <a:buNone/>
              <a:defRPr sz="6000" b="1">
                <a:solidFill>
                  <a:schemeClr val="lt1"/>
                </a:solidFill>
                <a:latin typeface="Inter Tight"/>
                <a:ea typeface="Inter Tight"/>
                <a:cs typeface="Inter Tight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 Tight"/>
              <a:buNone/>
              <a:defRPr sz="6000" b="1">
                <a:solidFill>
                  <a:schemeClr val="lt1"/>
                </a:solidFill>
                <a:latin typeface="Inter Tight"/>
                <a:ea typeface="Inter Tight"/>
                <a:cs typeface="Inter Tight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 Tight"/>
              <a:buNone/>
              <a:defRPr sz="6000" b="1">
                <a:solidFill>
                  <a:schemeClr val="lt1"/>
                </a:solidFill>
                <a:latin typeface="Inter Tight"/>
                <a:ea typeface="Inter Tight"/>
                <a:cs typeface="Inter Tight"/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 Tight"/>
              <a:buNone/>
              <a:defRPr sz="6000" b="1">
                <a:solidFill>
                  <a:schemeClr val="lt1"/>
                </a:solidFill>
                <a:latin typeface="Inter Tight"/>
                <a:ea typeface="Inter Tight"/>
                <a:cs typeface="Inter Tight"/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 Tight"/>
              <a:buNone/>
              <a:defRPr sz="6000" b="1">
                <a:solidFill>
                  <a:schemeClr val="lt1"/>
                </a:solidFill>
                <a:latin typeface="Inter Tight"/>
                <a:ea typeface="Inter Tight"/>
                <a:cs typeface="Inter Tight"/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 Tight"/>
              <a:buNone/>
              <a:defRPr sz="6000" b="1">
                <a:solidFill>
                  <a:schemeClr val="lt1"/>
                </a:solidFill>
                <a:latin typeface="Inter Tight"/>
                <a:ea typeface="Inter Tight"/>
                <a:cs typeface="Inter Tight"/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 Tight"/>
              <a:buNone/>
              <a:defRPr sz="6000" b="1">
                <a:solidFill>
                  <a:schemeClr val="lt1"/>
                </a:solidFill>
                <a:latin typeface="Inter Tight"/>
                <a:ea typeface="Inter Tight"/>
                <a:cs typeface="Inter Tight"/>
              </a:defRPr>
            </a:lvl9pPr>
          </a:lstStyle>
          <a:p xmlns:a="http://schemas.openxmlformats.org/drawingml/2006/main"/>
        </p:txBody>
      </p:sp>
      <p:sp>
        <p:nvSpPr>
          <p:cNvPr id="435" name="Google Shape;435;p68">
            <a:extLst xmlns:a="http://schemas.openxmlformats.org/drawingml/2006/main">
              <a:ext uri="{FF2B5EF4-FFF2-40B4-BE49-F238E27FC236}">
                <a16:creationId xmlns:a16="http://schemas.microsoft.com/office/drawing/2014/main" id="{30424F52-D9A9-42B2-9818-ECA7FDDD1B8C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713225" y="2774256"/>
            <a:ext cx="3949500" cy="38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0" rIns="91425" bIns="91425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436" name="Google Shape;436;p68">
            <a:extLst xmlns:a="http://schemas.openxmlformats.org/drawingml/2006/main">
              <a:ext uri="{FF2B5EF4-FFF2-40B4-BE49-F238E27FC236}">
                <a16:creationId xmlns:a16="http://schemas.microsoft.com/office/drawing/2014/main" id="{086D3288-4439-481C-B8AB-BFA9A38D29C3}"/>
              </a:ext>
            </a:extLst>
          </p:cNvPr>
          <p:cNvSpPr>
            <a:spLocks xmlns:a="http://schemas.openxmlformats.org/drawingml/2006/main" noGrp="1"/>
          </p:cNvSpPr>
          <p:nvPr>
            <p:ph type="title" idx="4"/>
          </p:nvPr>
        </p:nvSpPr>
        <p:spPr>
          <a:xfrm xmlns:a="http://schemas.openxmlformats.org/drawingml/2006/main">
            <a:off x="713225" y="3312054"/>
            <a:ext cx="3949500" cy="86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 Tight"/>
              <a:buNone/>
              <a:defRPr sz="4500" b="1">
                <a:latin typeface="Inter Tight"/>
                <a:ea typeface="Inter Tight"/>
                <a:cs typeface="Inter Tight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 Tight"/>
              <a:buNone/>
              <a:defRPr sz="6000" b="1">
                <a:solidFill>
                  <a:schemeClr val="lt1"/>
                </a:solidFill>
                <a:latin typeface="Inter Tight"/>
                <a:ea typeface="Inter Tight"/>
                <a:cs typeface="Inter Tight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 Tight"/>
              <a:buNone/>
              <a:defRPr sz="6000" b="1">
                <a:solidFill>
                  <a:schemeClr val="lt1"/>
                </a:solidFill>
                <a:latin typeface="Inter Tight"/>
                <a:ea typeface="Inter Tight"/>
                <a:cs typeface="Inter Tight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 Tight"/>
              <a:buNone/>
              <a:defRPr sz="6000" b="1">
                <a:solidFill>
                  <a:schemeClr val="lt1"/>
                </a:solidFill>
                <a:latin typeface="Inter Tight"/>
                <a:ea typeface="Inter Tight"/>
                <a:cs typeface="Inter Tight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 Tight"/>
              <a:buNone/>
              <a:defRPr sz="6000" b="1">
                <a:solidFill>
                  <a:schemeClr val="lt1"/>
                </a:solidFill>
                <a:latin typeface="Inter Tight"/>
                <a:ea typeface="Inter Tight"/>
                <a:cs typeface="Inter Tight"/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 Tight"/>
              <a:buNone/>
              <a:defRPr sz="6000" b="1">
                <a:solidFill>
                  <a:schemeClr val="lt1"/>
                </a:solidFill>
                <a:latin typeface="Inter Tight"/>
                <a:ea typeface="Inter Tight"/>
                <a:cs typeface="Inter Tight"/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 Tight"/>
              <a:buNone/>
              <a:defRPr sz="6000" b="1">
                <a:solidFill>
                  <a:schemeClr val="lt1"/>
                </a:solidFill>
                <a:latin typeface="Inter Tight"/>
                <a:ea typeface="Inter Tight"/>
                <a:cs typeface="Inter Tight"/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 Tight"/>
              <a:buNone/>
              <a:defRPr sz="6000" b="1">
                <a:solidFill>
                  <a:schemeClr val="lt1"/>
                </a:solidFill>
                <a:latin typeface="Inter Tight"/>
                <a:ea typeface="Inter Tight"/>
                <a:cs typeface="Inter Tight"/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 Tight"/>
              <a:buNone/>
              <a:defRPr sz="6000" b="1">
                <a:solidFill>
                  <a:schemeClr val="lt1"/>
                </a:solidFill>
                <a:latin typeface="Inter Tight"/>
                <a:ea typeface="Inter Tight"/>
                <a:cs typeface="Inter Tight"/>
              </a:defRPr>
            </a:lvl9pPr>
          </a:lstStyle>
          <a:p xmlns:a="http://schemas.openxmlformats.org/drawingml/2006/main"/>
        </p:txBody>
      </p:sp>
      <p:sp>
        <p:nvSpPr>
          <p:cNvPr id="437" name="Google Shape;437;p68">
            <a:extLst xmlns:a="http://schemas.openxmlformats.org/drawingml/2006/main">
              <a:ext uri="{FF2B5EF4-FFF2-40B4-BE49-F238E27FC236}">
                <a16:creationId xmlns:a16="http://schemas.microsoft.com/office/drawing/2014/main" id="{8F8BFB60-4301-4070-9590-3C2A8E41EC3F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713225" y="4103300"/>
            <a:ext cx="3949500" cy="38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0" rIns="91425" bIns="91425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438" name="Google Shape;438;p68">
            <a:extLst xmlns:a="http://schemas.openxmlformats.org/drawingml/2006/main">
              <a:ext uri="{FF2B5EF4-FFF2-40B4-BE49-F238E27FC236}">
                <a16:creationId xmlns:a16="http://schemas.microsoft.com/office/drawing/2014/main" id="{CDA395D5-EC71-4F0F-A9A4-73D42C2906AB}"/>
              </a:ext>
            </a:extLst>
          </p:cNvPr>
          <p:cNvSpPr>
            <a:spLocks xmlns:a="http://schemas.openxmlformats.org/drawingml/2006/main" noGrp="1"/>
          </p:cNvSpPr>
          <p:nvPr>
            <p:ph type="pic" idx="6"/>
          </p:nvPr>
        </p:nvSpPr>
        <p:spPr>
          <a:xfrm xmlns:a="http://schemas.openxmlformats.org/drawingml/2006/main">
            <a:off x="4973044" y="0"/>
            <a:ext cx="4170900" cy="5143500"/>
          </a:xfrm>
          <a:prstGeom xmlns:a="http://schemas.openxmlformats.org/drawingml/2006/main" prst="round1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>
            <a:noFill/>
          </a:ln>
        </p:spPr>
      </p:sp>
      <p:pic>
        <p:nvPicPr>
          <p:cNvPr id="449" name="Google Shape;439;p6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c929155fd8048d6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462725" y="474600"/>
            <a:ext cx="1149450" cy="2811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66.xml><?xml version="1.0" encoding="utf-8"?>
<p:sldLayout xmlns:p="http://schemas.openxmlformats.org/presentationml/2006/main" matchingName="Title only 1">
  <p:cSld name="TITLE_ONLY_1">
    <p:bg>
      <p:bgPr>
        <a:solidFill xmlns:a="http://schemas.openxmlformats.org/drawingml/2006/main">
          <a:schemeClr val="lt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Google Shape;441;p6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9007dc1a7bd471c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462725" y="474600"/>
            <a:ext cx="1149450" cy="2811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67.xml><?xml version="1.0" encoding="utf-8"?>
<p:sldLayout xmlns:p="http://schemas.openxmlformats.org/presentationml/2006/main" matchingName="Thanks">
  <p:cSld name="CUSTOM_3_1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68.xml><?xml version="1.0" encoding="utf-8"?>
<p:sldLayout xmlns:p="http://schemas.openxmlformats.org/presentationml/2006/main" matchingName="Background">
  <p:cSld name="CUSTOM_9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Google Shape;444;p7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a3d79dd69914629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462725" y="474600"/>
            <a:ext cx="1149450" cy="2811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a34937771694470" /><Relationship Type="http://schemas.openxmlformats.org/officeDocument/2006/relationships/slideLayout" Target="/ppt/slideLayouts/slideLayout1.xml" Id="Rb46b92f088d84534" /><Relationship Type="http://schemas.openxmlformats.org/officeDocument/2006/relationships/slideLayout" Target="/ppt/slideLayouts/slideLayout2.xml" Id="R53c85c314ddb4825" /><Relationship Type="http://schemas.openxmlformats.org/officeDocument/2006/relationships/slideLayout" Target="/ppt/slideLayouts/slideLayout3.xml" Id="Re9e15c6340f44d2e" /><Relationship Type="http://schemas.openxmlformats.org/officeDocument/2006/relationships/slideLayout" Target="/ppt/slideLayouts/slideLayout4.xml" Id="R9a5033abbae640f0" /><Relationship Type="http://schemas.openxmlformats.org/officeDocument/2006/relationships/slideLayout" Target="/ppt/slideLayouts/slideLayout5.xml" Id="R9d2478365ebf44e1" /><Relationship Type="http://schemas.openxmlformats.org/officeDocument/2006/relationships/slideLayout" Target="/ppt/slideLayouts/slideLayout6.xml" Id="R5bb8a10590c0455e" /><Relationship Type="http://schemas.openxmlformats.org/officeDocument/2006/relationships/slideLayout" Target="/ppt/slideLayouts/slideLayout7.xml" Id="R0027c01eb26a4295" /><Relationship Type="http://schemas.openxmlformats.org/officeDocument/2006/relationships/slideLayout" Target="/ppt/slideLayouts/slideLayout8.xml" Id="R4da613dea81b4431" /><Relationship Type="http://schemas.openxmlformats.org/officeDocument/2006/relationships/slideLayout" Target="/ppt/slideLayouts/slideLayout9.xml" Id="R1e85e64131b8472f" /><Relationship Type="http://schemas.openxmlformats.org/officeDocument/2006/relationships/slideLayout" Target="/ppt/slideLayouts/slideLayout10.xml" Id="Rbab1fdb514664005" /><Relationship Type="http://schemas.openxmlformats.org/officeDocument/2006/relationships/slideLayout" Target="/ppt/slideLayouts/slideLayout11.xml" Id="R77dc20f6e355455a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f7654ed998004c7e" /><Relationship Type="http://schemas.openxmlformats.org/officeDocument/2006/relationships/slideLayout" Target="/ppt/slideLayouts/slideLayout12.xml" Id="R00a6985e032a479f" /><Relationship Type="http://schemas.openxmlformats.org/officeDocument/2006/relationships/slideLayout" Target="/ppt/slideLayouts/slideLayout13.xml" Id="R5f8d0f7a36704f47" /><Relationship Type="http://schemas.openxmlformats.org/officeDocument/2006/relationships/slideLayout" Target="/ppt/slideLayouts/slideLayout14.xml" Id="R424ba1f95a5644ba" /><Relationship Type="http://schemas.openxmlformats.org/officeDocument/2006/relationships/slideLayout" Target="/ppt/slideLayouts/slideLayout15.xml" Id="Rbdf71a0fde2b44eb" /><Relationship Type="http://schemas.openxmlformats.org/officeDocument/2006/relationships/slideLayout" Target="/ppt/slideLayouts/slideLayout16.xml" Id="Rfe0e6cbf3cd64174" /><Relationship Type="http://schemas.openxmlformats.org/officeDocument/2006/relationships/slideLayout" Target="/ppt/slideLayouts/slideLayout17.xml" Id="Rf2b60420aa2d4cbd" /><Relationship Type="http://schemas.openxmlformats.org/officeDocument/2006/relationships/slideLayout" Target="/ppt/slideLayouts/slideLayout18.xml" Id="R8485d2a4e00f4d88" /><Relationship Type="http://schemas.openxmlformats.org/officeDocument/2006/relationships/slideLayout" Target="/ppt/slideLayouts/slideLayout19.xml" Id="R135c599f4d31433b" /><Relationship Type="http://schemas.openxmlformats.org/officeDocument/2006/relationships/slideLayout" Target="/ppt/slideLayouts/slideLayout20.xml" Id="R7c3f10188b574228" /><Relationship Type="http://schemas.openxmlformats.org/officeDocument/2006/relationships/slideLayout" Target="/ppt/slideLayouts/slideLayout21.xml" Id="Rd60e12f4b0534a5e" /><Relationship Type="http://schemas.openxmlformats.org/officeDocument/2006/relationships/slideLayout" Target="/ppt/slideLayouts/slideLayout22.xml" Id="R483315413a7049d7" /><Relationship Type="http://schemas.openxmlformats.org/officeDocument/2006/relationships/slideLayout" Target="/ppt/slideLayouts/slideLayout23.xml" Id="R561c895d59c045c5" /><Relationship Type="http://schemas.openxmlformats.org/officeDocument/2006/relationships/slideLayout" Target="/ppt/slideLayouts/slideLayout24.xml" Id="R386909b02e80482a" /><Relationship Type="http://schemas.openxmlformats.org/officeDocument/2006/relationships/slideLayout" Target="/ppt/slideLayouts/slideLayout25.xml" Id="R4a7911b7c77343d2" /><Relationship Type="http://schemas.openxmlformats.org/officeDocument/2006/relationships/slideLayout" Target="/ppt/slideLayouts/slideLayout26.xml" Id="R4765bc51add84a7c" /><Relationship Type="http://schemas.openxmlformats.org/officeDocument/2006/relationships/slideLayout" Target="/ppt/slideLayouts/slideLayout27.xml" Id="R36b7943449164b7d" /><Relationship Type="http://schemas.openxmlformats.org/officeDocument/2006/relationships/slideLayout" Target="/ppt/slideLayouts/slideLayout28.xml" Id="R1a04647f47ec45ac" /><Relationship Type="http://schemas.openxmlformats.org/officeDocument/2006/relationships/slideLayout" Target="/ppt/slideLayouts/slideLayout29.xml" Id="R08da8135ee6d445e" /><Relationship Type="http://schemas.openxmlformats.org/officeDocument/2006/relationships/slideLayout" Target="/ppt/slideLayouts/slideLayout30.xml" Id="R89217040055a4bf4" /><Relationship Type="http://schemas.openxmlformats.org/officeDocument/2006/relationships/slideLayout" Target="/ppt/slideLayouts/slideLayout31.xml" Id="R1bbeeef899564176" /><Relationship Type="http://schemas.openxmlformats.org/officeDocument/2006/relationships/slideLayout" Target="/ppt/slideLayouts/slideLayout32.xml" Id="R54003b848b184f34" /><Relationship Type="http://schemas.openxmlformats.org/officeDocument/2006/relationships/slideLayout" Target="/ppt/slideLayouts/slideLayout33.xml" Id="Raa06511ca847489f" /><Relationship Type="http://schemas.openxmlformats.org/officeDocument/2006/relationships/slideLayout" Target="/ppt/slideLayouts/slideLayout34.xml" Id="R6c72a6f4fc6c4497" /><Relationship Type="http://schemas.openxmlformats.org/officeDocument/2006/relationships/slideLayout" Target="/ppt/slideLayouts/slideLayout35.xml" Id="Rda7cda2262eb48d2" /><Relationship Type="http://schemas.openxmlformats.org/officeDocument/2006/relationships/slideLayout" Target="/ppt/slideLayouts/slideLayout36.xml" Id="R03e03fc0348f42b5" /><Relationship Type="http://schemas.openxmlformats.org/officeDocument/2006/relationships/slideLayout" Target="/ppt/slideLayouts/slideLayout37.xml" Id="R62910967a9b54fc0" /><Relationship Type="http://schemas.openxmlformats.org/officeDocument/2006/relationships/slideLayout" Target="/ppt/slideLayouts/slideLayout38.xml" Id="R6c2efa5d12f846a1" /><Relationship Type="http://schemas.openxmlformats.org/officeDocument/2006/relationships/slideLayout" Target="/ppt/slideLayouts/slideLayout39.xml" Id="Rd3ddc433fa86480c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079a29a98d224679" /><Relationship Type="http://schemas.openxmlformats.org/officeDocument/2006/relationships/slideLayout" Target="/ppt/slideLayouts/slideLayout40.xml" Id="Ra11e6c3e54e7473c" /><Relationship Type="http://schemas.openxmlformats.org/officeDocument/2006/relationships/slideLayout" Target="/ppt/slideLayouts/slideLayout41.xml" Id="Rcea1566c500d4e66" /><Relationship Type="http://schemas.openxmlformats.org/officeDocument/2006/relationships/slideLayout" Target="/ppt/slideLayouts/slideLayout42.xml" Id="R2a42832da7f64b32" /><Relationship Type="http://schemas.openxmlformats.org/officeDocument/2006/relationships/slideLayout" Target="/ppt/slideLayouts/slideLayout43.xml" Id="R4f723593f7334d1e" /><Relationship Type="http://schemas.openxmlformats.org/officeDocument/2006/relationships/slideLayout" Target="/ppt/slideLayouts/slideLayout44.xml" Id="Rf8d7e9364da54d5f" /><Relationship Type="http://schemas.openxmlformats.org/officeDocument/2006/relationships/slideLayout" Target="/ppt/slideLayouts/slideLayout45.xml" Id="Rab4dd098e4bc4925" /><Relationship Type="http://schemas.openxmlformats.org/officeDocument/2006/relationships/slideLayout" Target="/ppt/slideLayouts/slideLayout46.xml" Id="R285932178ce14f07" /><Relationship Type="http://schemas.openxmlformats.org/officeDocument/2006/relationships/slideLayout" Target="/ppt/slideLayouts/slideLayout47.xml" Id="Rd232fcf64f404280" /><Relationship Type="http://schemas.openxmlformats.org/officeDocument/2006/relationships/slideLayout" Target="/ppt/slideLayouts/slideLayout48.xml" Id="R589281fbda834d82" /><Relationship Type="http://schemas.openxmlformats.org/officeDocument/2006/relationships/slideLayout" Target="/ppt/slideLayouts/slideLayout49.xml" Id="R61f648e7ba164c8a" /><Relationship Type="http://schemas.openxmlformats.org/officeDocument/2006/relationships/slideLayout" Target="/ppt/slideLayouts/slideLayout50.xml" Id="Re53b80068bdb4fc6" /><Relationship Type="http://schemas.openxmlformats.org/officeDocument/2006/relationships/slideLayout" Target="/ppt/slideLayouts/slideLayout51.xml" Id="Rc361e1ec42294014" /><Relationship Type="http://schemas.openxmlformats.org/officeDocument/2006/relationships/slideLayout" Target="/ppt/slideLayouts/slideLayout52.xml" Id="Rcd9fc38c33634a9f" /><Relationship Type="http://schemas.openxmlformats.org/officeDocument/2006/relationships/slideLayout" Target="/ppt/slideLayouts/slideLayout53.xml" Id="Rb8ac2110485b4816" /><Relationship Type="http://schemas.openxmlformats.org/officeDocument/2006/relationships/slideLayout" Target="/ppt/slideLayouts/slideLayout54.xml" Id="Rc33b82421eef4ba7" /><Relationship Type="http://schemas.openxmlformats.org/officeDocument/2006/relationships/slideLayout" Target="/ppt/slideLayouts/slideLayout55.xml" Id="Rb465ffd13f384d08" /><Relationship Type="http://schemas.openxmlformats.org/officeDocument/2006/relationships/slideLayout" Target="/ppt/slideLayouts/slideLayout56.xml" Id="R3a76d4fe8ce64785" /><Relationship Type="http://schemas.openxmlformats.org/officeDocument/2006/relationships/slideLayout" Target="/ppt/slideLayouts/slideLayout57.xml" Id="Rdc6a680c9a3a4a43" /><Relationship Type="http://schemas.openxmlformats.org/officeDocument/2006/relationships/slideLayout" Target="/ppt/slideLayouts/slideLayout58.xml" Id="Rcb97e8eb51fe4678" /><Relationship Type="http://schemas.openxmlformats.org/officeDocument/2006/relationships/slideLayout" Target="/ppt/slideLayouts/slideLayout59.xml" Id="R157fef1b2c3c4199" /><Relationship Type="http://schemas.openxmlformats.org/officeDocument/2006/relationships/slideLayout" Target="/ppt/slideLayouts/slideLayout60.xml" Id="Rc63f55b2ff2e4a06" /><Relationship Type="http://schemas.openxmlformats.org/officeDocument/2006/relationships/slideLayout" Target="/ppt/slideLayouts/slideLayout61.xml" Id="R90388bcd87f443df" /><Relationship Type="http://schemas.openxmlformats.org/officeDocument/2006/relationships/slideLayout" Target="/ppt/slideLayouts/slideLayout62.xml" Id="R7fcb928ac8984990" /><Relationship Type="http://schemas.openxmlformats.org/officeDocument/2006/relationships/slideLayout" Target="/ppt/slideLayouts/slideLayout63.xml" Id="R74670cd3d1304f19" /><Relationship Type="http://schemas.openxmlformats.org/officeDocument/2006/relationships/slideLayout" Target="/ppt/slideLayouts/slideLayout64.xml" Id="R1baa7006e0fe45d7" /><Relationship Type="http://schemas.openxmlformats.org/officeDocument/2006/relationships/slideLayout" Target="/ppt/slideLayouts/slideLayout65.xml" Id="R8b475e9b0a2a46d7" /><Relationship Type="http://schemas.openxmlformats.org/officeDocument/2006/relationships/slideLayout" Target="/ppt/slideLayouts/slideLayout66.xml" Id="R2565480869644b3f" /><Relationship Type="http://schemas.openxmlformats.org/officeDocument/2006/relationships/slideLayout" Target="/ppt/slideLayouts/slideLayout67.xml" Id="R9f17dd26bf214844" /><Relationship Type="http://schemas.openxmlformats.org/officeDocument/2006/relationships/slideLayout" Target="/ppt/slideLayouts/slideLayout68.xml" Id="R021c05e1e20b4dce" /></Relationships>
</file>

<file path=ppt/slideMasters/slideMaster1.xml><?xml version="1.0" encoding="utf-8"?>
<p:sldMaster xmlns:p="http://schemas.openxmlformats.org/presentationml/2006/main">
  <p:cSld name="simple-light-2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 Shape;6;p1">
            <a:extLst xmlns:a="http://schemas.openxmlformats.org/drawingml/2006/main">
              <a:ext uri="{FF2B5EF4-FFF2-40B4-BE49-F238E27FC236}">
                <a16:creationId xmlns:a16="http://schemas.microsoft.com/office/drawing/2014/main" id="{76671EA0-EF58-413E-A9AA-70394825957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7" name="Google Shape;7;p1">
            <a:extLst xmlns:a="http://schemas.openxmlformats.org/drawingml/2006/main">
              <a:ext uri="{FF2B5EF4-FFF2-40B4-BE49-F238E27FC236}">
                <a16:creationId xmlns:a16="http://schemas.microsoft.com/office/drawing/2014/main" id="{2486C6B4-5705-4FA4-AF03-6317DCDF00C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8" name="Google Shape;8;p1">
            <a:extLst xmlns:a="http://schemas.openxmlformats.org/drawingml/2006/main">
              <a:ext uri="{FF2B5EF4-FFF2-40B4-BE49-F238E27FC236}">
                <a16:creationId xmlns:a16="http://schemas.microsoft.com/office/drawing/2014/main" id="{529A34EF-BB36-4A93-A738-8D59EB08D77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r">
              <a:buNone/>
              <a:defRPr sz="1000">
                <a:solidFill>
                  <a:schemeClr val="dk2"/>
                </a:solidFill>
              </a:defRPr>
            </a:lvl1pPr>
            <a:lvl2pPr algn="r">
              <a:buNone/>
              <a:defRPr sz="1000">
                <a:solidFill>
                  <a:schemeClr val="dk2"/>
                </a:solidFill>
              </a:defRPr>
            </a:lvl2pPr>
            <a:lvl3pPr algn="r">
              <a:buNone/>
              <a:defRPr sz="1000">
                <a:solidFill>
                  <a:schemeClr val="dk2"/>
                </a:solidFill>
              </a:defRPr>
            </a:lvl3pPr>
            <a:lvl4pPr algn="r">
              <a:buNone/>
              <a:defRPr sz="1000">
                <a:solidFill>
                  <a:schemeClr val="dk2"/>
                </a:solidFill>
              </a:defRPr>
            </a:lvl4pPr>
            <a:lvl5pPr algn="r">
              <a:buNone/>
              <a:defRPr sz="1000">
                <a:solidFill>
                  <a:schemeClr val="dk2"/>
                </a:solidFill>
              </a:defRPr>
            </a:lvl5pPr>
            <a:lvl6pPr algn="r">
              <a:buNone/>
              <a:defRPr sz="1000">
                <a:solidFill>
                  <a:schemeClr val="dk2"/>
                </a:solidFill>
              </a:defRPr>
            </a:lvl6pPr>
            <a:lvl7pPr algn="r">
              <a:buNone/>
              <a:defRPr sz="1000">
                <a:solidFill>
                  <a:schemeClr val="dk2"/>
                </a:solidFill>
              </a:defRPr>
            </a:lvl7pPr>
            <a:lvl8pPr algn="r">
              <a:buNone/>
              <a:defRPr sz="1000">
                <a:solidFill>
                  <a:schemeClr val="dk2"/>
                </a:solidFill>
              </a:defRPr>
            </a:lvl8pPr>
            <a:lvl9pPr algn="r">
              <a:buNone/>
              <a:defRPr sz="1000">
                <a:solidFill>
                  <a:schemeClr val="dk2"/>
                </a:solidFill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46b92f088d84534"/>
    <p:sldLayoutId xmlns:r="http://schemas.openxmlformats.org/officeDocument/2006/relationships" id="2147483650" r:id="R53c85c314ddb4825"/>
    <p:sldLayoutId xmlns:r="http://schemas.openxmlformats.org/officeDocument/2006/relationships" id="2147483651" r:id="Re9e15c6340f44d2e"/>
    <p:sldLayoutId xmlns:r="http://schemas.openxmlformats.org/officeDocument/2006/relationships" id="2147483652" r:id="R9a5033abbae640f0"/>
    <p:sldLayoutId xmlns:r="http://schemas.openxmlformats.org/officeDocument/2006/relationships" id="2147483653" r:id="R9d2478365ebf44e1"/>
    <p:sldLayoutId xmlns:r="http://schemas.openxmlformats.org/officeDocument/2006/relationships" id="2147483654" r:id="R5bb8a10590c0455e"/>
    <p:sldLayoutId xmlns:r="http://schemas.openxmlformats.org/officeDocument/2006/relationships" id="2147483655" r:id="R0027c01eb26a4295"/>
    <p:sldLayoutId xmlns:r="http://schemas.openxmlformats.org/officeDocument/2006/relationships" id="2147483656" r:id="R4da613dea81b4431"/>
    <p:sldLayoutId xmlns:r="http://schemas.openxmlformats.org/officeDocument/2006/relationships" id="2147483657" r:id="R1e85e64131b8472f"/>
    <p:sldLayoutId xmlns:r="http://schemas.openxmlformats.org/officeDocument/2006/relationships" id="2147483658" r:id="Rbab1fdb514664005"/>
    <p:sldLayoutId xmlns:r="http://schemas.openxmlformats.org/officeDocument/2006/relationships" id="2147483659" r:id="R77dc20f6e355455a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2.xml><?xml version="1.0" encoding="utf-8"?>
<p:sldMaster xmlns:p="http://schemas.openxmlformats.org/presentationml/2006/main">
  <p:cSld name="simple-light-2">
    <p:bg>
      <p:bgPr>
        <a:solidFill xmlns:a="http://schemas.openxmlformats.org/drawingml/2006/main">
          <a:schemeClr val="dk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Google Shape;51;p13">
            <a:extLst xmlns:a="http://schemas.openxmlformats.org/drawingml/2006/main">
              <a:ext uri="{FF2B5EF4-FFF2-40B4-BE49-F238E27FC236}">
                <a16:creationId xmlns:a16="http://schemas.microsoft.com/office/drawing/2014/main" id="{04A16DC4-C5BF-41AC-AB7B-44E84B7DB70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3225" y="445025"/>
            <a:ext cx="77175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 Medium"/>
              <a:buNone/>
              <a:defRPr sz="3000" b="0" i="0" u="none" cap="none">
                <a:solidFill>
                  <a:schemeClr val="lt2"/>
                </a:solidFill>
                <a:latin typeface="Inter Tight Medium"/>
                <a:ea typeface="Inter Tight Medium"/>
                <a:cs typeface="Inter Tight Medium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 Medium"/>
              <a:buNone/>
              <a:defRPr sz="3000" b="0" i="0" u="none" cap="none">
                <a:solidFill>
                  <a:schemeClr val="lt2"/>
                </a:solidFill>
                <a:latin typeface="Inter Tight Medium"/>
                <a:ea typeface="Inter Tight Medium"/>
                <a:cs typeface="Inter Tight Medium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 Medium"/>
              <a:buNone/>
              <a:defRPr sz="3000" b="0" i="0" u="none" cap="none">
                <a:solidFill>
                  <a:schemeClr val="lt2"/>
                </a:solidFill>
                <a:latin typeface="Inter Tight Medium"/>
                <a:ea typeface="Inter Tight Medium"/>
                <a:cs typeface="Inter Tight Medium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 Medium"/>
              <a:buNone/>
              <a:defRPr sz="3000" b="0" i="0" u="none" cap="none">
                <a:solidFill>
                  <a:schemeClr val="lt2"/>
                </a:solidFill>
                <a:latin typeface="Inter Tight Medium"/>
                <a:ea typeface="Inter Tight Medium"/>
                <a:cs typeface="Inter Tight Medium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 Medium"/>
              <a:buNone/>
              <a:defRPr sz="3000" b="0" i="0" u="none" cap="none">
                <a:solidFill>
                  <a:schemeClr val="lt2"/>
                </a:solidFill>
                <a:latin typeface="Inter Tight Medium"/>
                <a:ea typeface="Inter Tight Medium"/>
                <a:cs typeface="Inter Tight Medium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 Medium"/>
              <a:buNone/>
              <a:defRPr sz="3000" b="0" i="0" u="none" cap="none">
                <a:solidFill>
                  <a:schemeClr val="lt2"/>
                </a:solidFill>
                <a:latin typeface="Inter Tight Medium"/>
                <a:ea typeface="Inter Tight Medium"/>
                <a:cs typeface="Inter Tight Medium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 Medium"/>
              <a:buNone/>
              <a:defRPr sz="3000" b="0" i="0" u="none" cap="none">
                <a:solidFill>
                  <a:schemeClr val="lt2"/>
                </a:solidFill>
                <a:latin typeface="Inter Tight Medium"/>
                <a:ea typeface="Inter Tight Medium"/>
                <a:cs typeface="Inter Tight Medium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 Medium"/>
              <a:buNone/>
              <a:defRPr sz="3000" b="0" i="0" u="none" cap="none">
                <a:solidFill>
                  <a:schemeClr val="lt2"/>
                </a:solidFill>
                <a:latin typeface="Inter Tight Medium"/>
                <a:ea typeface="Inter Tight Medium"/>
                <a:cs typeface="Inter Tight Medium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 Medium"/>
              <a:buNone/>
              <a:defRPr sz="3000" b="0" i="0" u="none" cap="none">
                <a:solidFill>
                  <a:schemeClr val="lt2"/>
                </a:solidFill>
                <a:latin typeface="Inter Tight Medium"/>
                <a:ea typeface="Inter Tight Medium"/>
                <a:cs typeface="Inter Tight Medium"/>
              </a:defRPr>
            </a:lvl9pPr>
          </a:lstStyle>
          <a:p xmlns:a="http://schemas.openxmlformats.org/drawingml/2006/main"/>
        </p:txBody>
      </p:sp>
      <p:sp>
        <p:nvSpPr>
          <p:cNvPr id="52" name="Google Shape;52;p13">
            <a:extLst xmlns:a="http://schemas.openxmlformats.org/drawingml/2006/main">
              <a:ext uri="{FF2B5EF4-FFF2-40B4-BE49-F238E27FC236}">
                <a16:creationId xmlns:a16="http://schemas.microsoft.com/office/drawing/2014/main" id="{37536425-C1EB-4B15-958E-1A32A342E0A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13225" y="1152475"/>
            <a:ext cx="7717500" cy="341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 Tight"/>
              <a:buChar char="●"/>
              <a:defRPr sz="1400" b="0" i="0" u="none" cap="none">
                <a:solidFill>
                  <a:schemeClr val="accent1"/>
                </a:solidFill>
                <a:latin typeface="Inter Tight"/>
                <a:ea typeface="Inter Tight"/>
                <a:cs typeface="Inter Tight"/>
              </a:defRPr>
            </a:lvl1pPr>
            <a:lvl2pPr marL="914400" marR="0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 Tight"/>
              <a:buChar char="○"/>
              <a:defRPr sz="1400" b="0" i="0" u="none" cap="none">
                <a:solidFill>
                  <a:schemeClr val="accent1"/>
                </a:solidFill>
                <a:latin typeface="Inter Tight"/>
                <a:ea typeface="Inter Tight"/>
                <a:cs typeface="Inter Tight"/>
              </a:defRPr>
            </a:lvl2pPr>
            <a:lvl3pPr marL="1371600" marR="0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 Tight"/>
              <a:buChar char="■"/>
              <a:defRPr sz="1400" b="0" i="0" u="none" cap="none">
                <a:solidFill>
                  <a:schemeClr val="accent1"/>
                </a:solidFill>
                <a:latin typeface="Inter Tight"/>
                <a:ea typeface="Inter Tight"/>
                <a:cs typeface="Inter Tight"/>
              </a:defRPr>
            </a:lvl3pPr>
            <a:lvl4pPr marL="1828800" marR="0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 Tight"/>
              <a:buChar char="●"/>
              <a:defRPr sz="1400" b="0" i="0" u="none" cap="none">
                <a:solidFill>
                  <a:schemeClr val="accent1"/>
                </a:solidFill>
                <a:latin typeface="Inter Tight"/>
                <a:ea typeface="Inter Tight"/>
                <a:cs typeface="Inter Tight"/>
              </a:defRPr>
            </a:lvl4pPr>
            <a:lvl5pPr marL="2286000" marR="0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 Tight"/>
              <a:buChar char="○"/>
              <a:defRPr sz="1400" b="0" i="0" u="none" cap="none">
                <a:solidFill>
                  <a:schemeClr val="accent1"/>
                </a:solidFill>
                <a:latin typeface="Inter Tight"/>
                <a:ea typeface="Inter Tight"/>
                <a:cs typeface="Inter Tight"/>
              </a:defRPr>
            </a:lvl5pPr>
            <a:lvl6pPr marL="2743200" marR="0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 Tight"/>
              <a:buChar char="■"/>
              <a:defRPr sz="1400" b="0" i="0" u="none" cap="none">
                <a:solidFill>
                  <a:schemeClr val="accent1"/>
                </a:solidFill>
                <a:latin typeface="Inter Tight"/>
                <a:ea typeface="Inter Tight"/>
                <a:cs typeface="Inter Tight"/>
              </a:defRPr>
            </a:lvl6pPr>
            <a:lvl7pPr marL="3200400" marR="0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 Tight"/>
              <a:buChar char="●"/>
              <a:defRPr sz="1400" b="0" i="0" u="none" cap="none">
                <a:solidFill>
                  <a:schemeClr val="accent1"/>
                </a:solidFill>
                <a:latin typeface="Inter Tight"/>
                <a:ea typeface="Inter Tight"/>
                <a:cs typeface="Inter Tight"/>
              </a:defRPr>
            </a:lvl7pPr>
            <a:lvl8pPr marL="3657600" marR="0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 Tight"/>
              <a:buChar char="○"/>
              <a:defRPr sz="1400" b="0" i="0" u="none" cap="none">
                <a:solidFill>
                  <a:schemeClr val="accent1"/>
                </a:solidFill>
                <a:latin typeface="Inter Tight"/>
                <a:ea typeface="Inter Tight"/>
                <a:cs typeface="Inter Tight"/>
              </a:defRPr>
            </a:lvl8pPr>
            <a:lvl9pPr marL="4114800" marR="0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 Tight"/>
              <a:buChar char="■"/>
              <a:defRPr sz="1400" b="0" i="0" u="none" cap="none">
                <a:solidFill>
                  <a:schemeClr val="accent1"/>
                </a:solidFill>
                <a:latin typeface="Inter Tight"/>
                <a:ea typeface="Inter Tight"/>
                <a:cs typeface="Inter Tight"/>
              </a:defRPr>
            </a:lvl9pPr>
          </a:lstStyle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00a6985e032a479f"/>
    <p:sldLayoutId xmlns:r="http://schemas.openxmlformats.org/officeDocument/2006/relationships" id="2147483662" r:id="R5f8d0f7a36704f47"/>
    <p:sldLayoutId xmlns:r="http://schemas.openxmlformats.org/officeDocument/2006/relationships" id="2147483663" r:id="R424ba1f95a5644ba"/>
    <p:sldLayoutId xmlns:r="http://schemas.openxmlformats.org/officeDocument/2006/relationships" id="2147483664" r:id="Rbdf71a0fde2b44eb"/>
    <p:sldLayoutId xmlns:r="http://schemas.openxmlformats.org/officeDocument/2006/relationships" id="2147483665" r:id="Rfe0e6cbf3cd64174"/>
    <p:sldLayoutId xmlns:r="http://schemas.openxmlformats.org/officeDocument/2006/relationships" id="2147483666" r:id="Rf2b60420aa2d4cbd"/>
    <p:sldLayoutId xmlns:r="http://schemas.openxmlformats.org/officeDocument/2006/relationships" id="2147483667" r:id="R8485d2a4e00f4d88"/>
    <p:sldLayoutId xmlns:r="http://schemas.openxmlformats.org/officeDocument/2006/relationships" id="2147483668" r:id="R135c599f4d31433b"/>
    <p:sldLayoutId xmlns:r="http://schemas.openxmlformats.org/officeDocument/2006/relationships" id="2147483669" r:id="R7c3f10188b574228"/>
    <p:sldLayoutId xmlns:r="http://schemas.openxmlformats.org/officeDocument/2006/relationships" id="2147483670" r:id="Rd60e12f4b0534a5e"/>
    <p:sldLayoutId xmlns:r="http://schemas.openxmlformats.org/officeDocument/2006/relationships" id="2147483671" r:id="R483315413a7049d7"/>
    <p:sldLayoutId xmlns:r="http://schemas.openxmlformats.org/officeDocument/2006/relationships" id="2147483672" r:id="R561c895d59c045c5"/>
    <p:sldLayoutId xmlns:r="http://schemas.openxmlformats.org/officeDocument/2006/relationships" id="2147483673" r:id="R386909b02e80482a"/>
    <p:sldLayoutId xmlns:r="http://schemas.openxmlformats.org/officeDocument/2006/relationships" id="2147483674" r:id="R4a7911b7c77343d2"/>
    <p:sldLayoutId xmlns:r="http://schemas.openxmlformats.org/officeDocument/2006/relationships" id="2147483675" r:id="R4765bc51add84a7c"/>
    <p:sldLayoutId xmlns:r="http://schemas.openxmlformats.org/officeDocument/2006/relationships" id="2147483676" r:id="R36b7943449164b7d"/>
    <p:sldLayoutId xmlns:r="http://schemas.openxmlformats.org/officeDocument/2006/relationships" id="2147483677" r:id="R1a04647f47ec45ac"/>
    <p:sldLayoutId xmlns:r="http://schemas.openxmlformats.org/officeDocument/2006/relationships" id="2147483678" r:id="R08da8135ee6d445e"/>
    <p:sldLayoutId xmlns:r="http://schemas.openxmlformats.org/officeDocument/2006/relationships" id="2147483679" r:id="R89217040055a4bf4"/>
    <p:sldLayoutId xmlns:r="http://schemas.openxmlformats.org/officeDocument/2006/relationships" id="2147483680" r:id="R1bbeeef899564176"/>
    <p:sldLayoutId xmlns:r="http://schemas.openxmlformats.org/officeDocument/2006/relationships" id="2147483681" r:id="R54003b848b184f34"/>
    <p:sldLayoutId xmlns:r="http://schemas.openxmlformats.org/officeDocument/2006/relationships" id="2147483682" r:id="Raa06511ca847489f"/>
    <p:sldLayoutId xmlns:r="http://schemas.openxmlformats.org/officeDocument/2006/relationships" id="2147483683" r:id="R6c72a6f4fc6c4497"/>
    <p:sldLayoutId xmlns:r="http://schemas.openxmlformats.org/officeDocument/2006/relationships" id="2147483684" r:id="Rda7cda2262eb48d2"/>
    <p:sldLayoutId xmlns:r="http://schemas.openxmlformats.org/officeDocument/2006/relationships" id="2147483685" r:id="R03e03fc0348f42b5"/>
    <p:sldLayoutId xmlns:r="http://schemas.openxmlformats.org/officeDocument/2006/relationships" id="2147483686" r:id="R62910967a9b54fc0"/>
    <p:sldLayoutId xmlns:r="http://schemas.openxmlformats.org/officeDocument/2006/relationships" id="2147483687" r:id="R6c2efa5d12f846a1"/>
    <p:sldLayoutId xmlns:r="http://schemas.openxmlformats.org/officeDocument/2006/relationships" id="2147483688" r:id="Rd3ddc433fa86480c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3.xml><?xml version="1.0" encoding="utf-8"?>
<p:sldMaster xmlns:p="http://schemas.openxmlformats.org/presentationml/2006/main">
  <p:cSld name="simple-light-2">
    <p:bg>
      <p:bgPr>
        <a:gradFill xmlns:a="http://schemas.openxmlformats.org/drawingml/2006/main">
          <a:gsLst>
            <a:gs pos="0">
              <a:schemeClr val="dk1"/>
            </a:gs>
            <a:gs pos="100000">
              <a:schemeClr val="dk2"/>
            </a:gs>
          </a:gsLst>
          <a:lin ang="2700006" scaled="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1" name="Google Shape;251;p42">
            <a:extLst xmlns:a="http://schemas.openxmlformats.org/drawingml/2006/main">
              <a:ext uri="{FF2B5EF4-FFF2-40B4-BE49-F238E27FC236}">
                <a16:creationId xmlns:a16="http://schemas.microsoft.com/office/drawing/2014/main" id="{C588B088-90BB-40FE-8586-E09DCC5CED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3225" y="445025"/>
            <a:ext cx="77175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 Medium"/>
              <a:buNone/>
              <a:defRPr sz="3000" b="0" i="0" u="none" cap="none">
                <a:solidFill>
                  <a:schemeClr val="lt2"/>
                </a:solidFill>
                <a:latin typeface="Inter Tight Medium"/>
                <a:ea typeface="Inter Tight Medium"/>
                <a:cs typeface="Inter Tight Medium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 Medium"/>
              <a:buNone/>
              <a:defRPr sz="3000" b="0" i="0" u="none" cap="none">
                <a:solidFill>
                  <a:schemeClr val="lt2"/>
                </a:solidFill>
                <a:latin typeface="Inter Tight Medium"/>
                <a:ea typeface="Inter Tight Medium"/>
                <a:cs typeface="Inter Tight Medium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 Medium"/>
              <a:buNone/>
              <a:defRPr sz="3000" b="0" i="0" u="none" cap="none">
                <a:solidFill>
                  <a:schemeClr val="lt2"/>
                </a:solidFill>
                <a:latin typeface="Inter Tight Medium"/>
                <a:ea typeface="Inter Tight Medium"/>
                <a:cs typeface="Inter Tight Medium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 Medium"/>
              <a:buNone/>
              <a:defRPr sz="3000" b="0" i="0" u="none" cap="none">
                <a:solidFill>
                  <a:schemeClr val="lt2"/>
                </a:solidFill>
                <a:latin typeface="Inter Tight Medium"/>
                <a:ea typeface="Inter Tight Medium"/>
                <a:cs typeface="Inter Tight Medium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 Medium"/>
              <a:buNone/>
              <a:defRPr sz="3000" b="0" i="0" u="none" cap="none">
                <a:solidFill>
                  <a:schemeClr val="lt2"/>
                </a:solidFill>
                <a:latin typeface="Inter Tight Medium"/>
                <a:ea typeface="Inter Tight Medium"/>
                <a:cs typeface="Inter Tight Medium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 Medium"/>
              <a:buNone/>
              <a:defRPr sz="3000" b="0" i="0" u="none" cap="none">
                <a:solidFill>
                  <a:schemeClr val="lt2"/>
                </a:solidFill>
                <a:latin typeface="Inter Tight Medium"/>
                <a:ea typeface="Inter Tight Medium"/>
                <a:cs typeface="Inter Tight Medium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 Medium"/>
              <a:buNone/>
              <a:defRPr sz="3000" b="0" i="0" u="none" cap="none">
                <a:solidFill>
                  <a:schemeClr val="lt2"/>
                </a:solidFill>
                <a:latin typeface="Inter Tight Medium"/>
                <a:ea typeface="Inter Tight Medium"/>
                <a:cs typeface="Inter Tight Medium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 Medium"/>
              <a:buNone/>
              <a:defRPr sz="3000" b="0" i="0" u="none" cap="none">
                <a:solidFill>
                  <a:schemeClr val="lt2"/>
                </a:solidFill>
                <a:latin typeface="Inter Tight Medium"/>
                <a:ea typeface="Inter Tight Medium"/>
                <a:cs typeface="Inter Tight Medium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Tight Medium"/>
              <a:buNone/>
              <a:defRPr sz="3000" b="0" i="0" u="none" cap="none">
                <a:solidFill>
                  <a:schemeClr val="lt2"/>
                </a:solidFill>
                <a:latin typeface="Inter Tight Medium"/>
                <a:ea typeface="Inter Tight Medium"/>
                <a:cs typeface="Inter Tight Medium"/>
              </a:defRPr>
            </a:lvl9pPr>
          </a:lstStyle>
          <a:p xmlns:a="http://schemas.openxmlformats.org/drawingml/2006/main"/>
        </p:txBody>
      </p:sp>
      <p:sp>
        <p:nvSpPr>
          <p:cNvPr id="252" name="Google Shape;252;p42">
            <a:extLst xmlns:a="http://schemas.openxmlformats.org/drawingml/2006/main">
              <a:ext uri="{FF2B5EF4-FFF2-40B4-BE49-F238E27FC236}">
                <a16:creationId xmlns:a16="http://schemas.microsoft.com/office/drawing/2014/main" id="{B9025107-BD97-4236-BD3C-493D6826A96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13225" y="1152475"/>
            <a:ext cx="7717500" cy="341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"/>
              <a:buChar char="●"/>
              <a:defRPr sz="1400" b="0" i="0" u="none" cap="none">
                <a:solidFill>
                  <a:schemeClr val="lt1"/>
                </a:solidFill>
                <a:latin typeface="Inter Tight"/>
                <a:ea typeface="Inter Tight"/>
                <a:cs typeface="Inter Tight"/>
              </a:defRPr>
            </a:lvl1pPr>
            <a:lvl2pPr marL="914400" marR="0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"/>
              <a:buChar char="○"/>
              <a:defRPr sz="1400" b="0" i="0" u="none" cap="none">
                <a:solidFill>
                  <a:schemeClr val="lt1"/>
                </a:solidFill>
                <a:latin typeface="Inter Tight"/>
                <a:ea typeface="Inter Tight"/>
                <a:cs typeface="Inter Tight"/>
              </a:defRPr>
            </a:lvl2pPr>
            <a:lvl3pPr marL="1371600" marR="0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"/>
              <a:buChar char="■"/>
              <a:defRPr sz="1400" b="0" i="0" u="none" cap="none">
                <a:solidFill>
                  <a:schemeClr val="lt1"/>
                </a:solidFill>
                <a:latin typeface="Inter Tight"/>
                <a:ea typeface="Inter Tight"/>
                <a:cs typeface="Inter Tight"/>
              </a:defRPr>
            </a:lvl3pPr>
            <a:lvl4pPr marL="1828800" marR="0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"/>
              <a:buChar char="●"/>
              <a:defRPr sz="1400" b="0" i="0" u="none" cap="none">
                <a:solidFill>
                  <a:schemeClr val="lt1"/>
                </a:solidFill>
                <a:latin typeface="Inter Tight"/>
                <a:ea typeface="Inter Tight"/>
                <a:cs typeface="Inter Tight"/>
              </a:defRPr>
            </a:lvl4pPr>
            <a:lvl5pPr marL="2286000" marR="0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"/>
              <a:buChar char="○"/>
              <a:defRPr sz="1400" b="0" i="0" u="none" cap="none">
                <a:solidFill>
                  <a:schemeClr val="lt1"/>
                </a:solidFill>
                <a:latin typeface="Inter Tight"/>
                <a:ea typeface="Inter Tight"/>
                <a:cs typeface="Inter Tight"/>
              </a:defRPr>
            </a:lvl5pPr>
            <a:lvl6pPr marL="2743200" marR="0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"/>
              <a:buChar char="■"/>
              <a:defRPr sz="1400" b="0" i="0" u="none" cap="none">
                <a:solidFill>
                  <a:schemeClr val="lt1"/>
                </a:solidFill>
                <a:latin typeface="Inter Tight"/>
                <a:ea typeface="Inter Tight"/>
                <a:cs typeface="Inter Tight"/>
              </a:defRPr>
            </a:lvl6pPr>
            <a:lvl7pPr marL="3200400" marR="0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"/>
              <a:buChar char="●"/>
              <a:defRPr sz="1400" b="0" i="0" u="none" cap="none">
                <a:solidFill>
                  <a:schemeClr val="lt1"/>
                </a:solidFill>
                <a:latin typeface="Inter Tight"/>
                <a:ea typeface="Inter Tight"/>
                <a:cs typeface="Inter Tight"/>
              </a:defRPr>
            </a:lvl7pPr>
            <a:lvl8pPr marL="3657600" marR="0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"/>
              <a:buChar char="○"/>
              <a:defRPr sz="1400" b="0" i="0" u="none" cap="none">
                <a:solidFill>
                  <a:schemeClr val="lt1"/>
                </a:solidFill>
                <a:latin typeface="Inter Tight"/>
                <a:ea typeface="Inter Tight"/>
                <a:cs typeface="Inter Tight"/>
              </a:defRPr>
            </a:lvl8pPr>
            <a:lvl9pPr marL="4114800" marR="0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"/>
              <a:buChar char="■"/>
              <a:defRPr sz="1400" b="0" i="0" u="none" cap="none">
                <a:solidFill>
                  <a:schemeClr val="lt1"/>
                </a:solidFill>
                <a:latin typeface="Inter Tight"/>
                <a:ea typeface="Inter Tight"/>
                <a:cs typeface="Inter Tight"/>
              </a:defRPr>
            </a:lvl9pPr>
          </a:lstStyle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90" r:id="Ra11e6c3e54e7473c"/>
    <p:sldLayoutId xmlns:r="http://schemas.openxmlformats.org/officeDocument/2006/relationships" id="2147483691" r:id="Rcea1566c500d4e66"/>
    <p:sldLayoutId xmlns:r="http://schemas.openxmlformats.org/officeDocument/2006/relationships" id="2147483692" r:id="R2a42832da7f64b32"/>
    <p:sldLayoutId xmlns:r="http://schemas.openxmlformats.org/officeDocument/2006/relationships" id="2147483693" r:id="R4f723593f7334d1e"/>
    <p:sldLayoutId xmlns:r="http://schemas.openxmlformats.org/officeDocument/2006/relationships" id="2147483694" r:id="Rf8d7e9364da54d5f"/>
    <p:sldLayoutId xmlns:r="http://schemas.openxmlformats.org/officeDocument/2006/relationships" id="2147483695" r:id="Rab4dd098e4bc4925"/>
    <p:sldLayoutId xmlns:r="http://schemas.openxmlformats.org/officeDocument/2006/relationships" id="2147483696" r:id="R285932178ce14f07"/>
    <p:sldLayoutId xmlns:r="http://schemas.openxmlformats.org/officeDocument/2006/relationships" id="2147483697" r:id="Rd232fcf64f404280"/>
    <p:sldLayoutId xmlns:r="http://schemas.openxmlformats.org/officeDocument/2006/relationships" id="2147483698" r:id="R589281fbda834d82"/>
    <p:sldLayoutId xmlns:r="http://schemas.openxmlformats.org/officeDocument/2006/relationships" id="2147483699" r:id="R61f648e7ba164c8a"/>
    <p:sldLayoutId xmlns:r="http://schemas.openxmlformats.org/officeDocument/2006/relationships" id="2147483700" r:id="Re53b80068bdb4fc6"/>
    <p:sldLayoutId xmlns:r="http://schemas.openxmlformats.org/officeDocument/2006/relationships" id="2147483701" r:id="Rc361e1ec42294014"/>
    <p:sldLayoutId xmlns:r="http://schemas.openxmlformats.org/officeDocument/2006/relationships" id="2147483702" r:id="Rcd9fc38c33634a9f"/>
    <p:sldLayoutId xmlns:r="http://schemas.openxmlformats.org/officeDocument/2006/relationships" id="2147483703" r:id="Rb8ac2110485b4816"/>
    <p:sldLayoutId xmlns:r="http://schemas.openxmlformats.org/officeDocument/2006/relationships" id="2147483704" r:id="Rc33b82421eef4ba7"/>
    <p:sldLayoutId xmlns:r="http://schemas.openxmlformats.org/officeDocument/2006/relationships" id="2147483705" r:id="Rb465ffd13f384d08"/>
    <p:sldLayoutId xmlns:r="http://schemas.openxmlformats.org/officeDocument/2006/relationships" id="2147483706" r:id="R3a76d4fe8ce64785"/>
    <p:sldLayoutId xmlns:r="http://schemas.openxmlformats.org/officeDocument/2006/relationships" id="2147483707" r:id="Rdc6a680c9a3a4a43"/>
    <p:sldLayoutId xmlns:r="http://schemas.openxmlformats.org/officeDocument/2006/relationships" id="2147483708" r:id="Rcb97e8eb51fe4678"/>
    <p:sldLayoutId xmlns:r="http://schemas.openxmlformats.org/officeDocument/2006/relationships" id="2147483709" r:id="R157fef1b2c3c4199"/>
    <p:sldLayoutId xmlns:r="http://schemas.openxmlformats.org/officeDocument/2006/relationships" id="2147483710" r:id="Rc63f55b2ff2e4a06"/>
    <p:sldLayoutId xmlns:r="http://schemas.openxmlformats.org/officeDocument/2006/relationships" id="2147483711" r:id="R90388bcd87f443df"/>
    <p:sldLayoutId xmlns:r="http://schemas.openxmlformats.org/officeDocument/2006/relationships" id="2147483712" r:id="R7fcb928ac8984990"/>
    <p:sldLayoutId xmlns:r="http://schemas.openxmlformats.org/officeDocument/2006/relationships" id="2147483713" r:id="R74670cd3d1304f19"/>
    <p:sldLayoutId xmlns:r="http://schemas.openxmlformats.org/officeDocument/2006/relationships" id="2147483714" r:id="R1baa7006e0fe45d7"/>
    <p:sldLayoutId xmlns:r="http://schemas.openxmlformats.org/officeDocument/2006/relationships" id="2147483715" r:id="R8b475e9b0a2a46d7"/>
    <p:sldLayoutId xmlns:r="http://schemas.openxmlformats.org/officeDocument/2006/relationships" id="2147483716" r:id="R2565480869644b3f"/>
    <p:sldLayoutId xmlns:r="http://schemas.openxmlformats.org/officeDocument/2006/relationships" id="2147483717" r:id="R9f17dd26bf214844"/>
    <p:sldLayoutId xmlns:r="http://schemas.openxmlformats.org/officeDocument/2006/relationships" id="2147483718" r:id="R021c05e1e20b4dce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3.xml><?xml version="1.0" encoding="utf-8"?>
<a:theme xmlns:a="http://schemas.openxmlformats.org/drawingml/2006/main" name="BlendED">
  <a:themeElements>
    <a:clrScheme name="Simple Light">
      <a:dk1>
        <a:srgbClr val="071F4A"/>
      </a:dk1>
      <a:lt1>
        <a:srgbClr val="6CA7DA"/>
      </a:lt1>
      <a:dk2>
        <a:srgbClr val="050B17"/>
      </a:dk2>
      <a:lt2>
        <a:srgbClr val="FFFFFF"/>
      </a:lt2>
      <a:accent1>
        <a:srgbClr val="FFFFFF"/>
      </a:accent1>
      <a:accent2>
        <a:srgbClr val="6CA7D9"/>
      </a:accent2>
      <a:accent3>
        <a:srgbClr val="D5E5F3"/>
      </a:accent3>
      <a:accent4>
        <a:srgbClr val="BDC2CC"/>
      </a:accent4>
      <a:accent5>
        <a:srgbClr val="BDBEC1"/>
      </a:accent5>
      <a:accent6>
        <a:srgbClr val="788297"/>
      </a:accent6>
      <a:hlink>
        <a:srgbClr val="6CA7D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4.xml><?xml version="1.0" encoding="utf-8"?>
<a:theme xmlns:a="http://schemas.openxmlformats.org/drawingml/2006/main" name="BlendED">
  <a:themeElements>
    <a:clrScheme name="Simple Light">
      <a:dk1>
        <a:srgbClr val="071F4A"/>
      </a:dk1>
      <a:lt1>
        <a:srgbClr val="6CA7DA"/>
      </a:lt1>
      <a:dk2>
        <a:srgbClr val="050B17"/>
      </a:dk2>
      <a:lt2>
        <a:srgbClr val="FFFFFF"/>
      </a:lt2>
      <a:accent1>
        <a:srgbClr val="AACBE9"/>
      </a:accent1>
      <a:accent2>
        <a:srgbClr val="76797F"/>
      </a:accent2>
      <a:accent3>
        <a:srgbClr val="D5E5F3"/>
      </a:accent3>
      <a:accent4>
        <a:srgbClr val="BDC2CC"/>
      </a:accent4>
      <a:accent5>
        <a:srgbClr val="BDBEC1"/>
      </a:accent5>
      <a:accent6>
        <a:srgbClr val="788297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9690f079c832400e" /><Relationship Type="http://schemas.openxmlformats.org/officeDocument/2006/relationships/notesSlide" Target="/ppt/notesSlides/notesSlide1.xml" Id="R9f5363516c4945e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3778c46f5ea94923" /><Relationship Type="http://schemas.openxmlformats.org/officeDocument/2006/relationships/notesSlide" Target="/ppt/notesSlides/notesSlide2.xml" Id="R79e7a5860d1f4a2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028d16dfdb504136" /><Relationship Type="http://schemas.openxmlformats.org/officeDocument/2006/relationships/notesSlide" Target="/ppt/notesSlides/notesSlide3.xml" Id="Rd68f3e4ceae642c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9.xml" Id="R3b2bb2d5570c4f02" /><Relationship Type="http://schemas.openxmlformats.org/officeDocument/2006/relationships/notesSlide" Target="/ppt/notesSlides/notesSlide4.xml" Id="Rb8e3bd70a9f6404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1.xml" Id="Ra1a08f94f1044f3a" /><Relationship Type="http://schemas.openxmlformats.org/officeDocument/2006/relationships/notesSlide" Target="/ppt/notesSlides/notesSlide5.xml" Id="R1736577acc2243d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2.xml" Id="R05134570d66a4f63" /><Relationship Type="http://schemas.openxmlformats.org/officeDocument/2006/relationships/notesSlide" Target="/ppt/notesSlides/notesSlide6.xml" Id="R62e398ad54554dd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f59cc5edaf7c4390" /><Relationship Type="http://schemas.openxmlformats.org/officeDocument/2006/relationships/notesSlide" Target="/ppt/notesSlides/notesSlide7.xml" Id="Ra01931c4bc1340e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6.xml" Id="Rd9e3fe79845a4ad8" /><Relationship Type="http://schemas.openxmlformats.org/officeDocument/2006/relationships/notesSlide" Target="/ppt/notesSlides/notesSlide8.xml" Id="Rab2dcf727b5442c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9" name="Google Shape;449;p72">
            <a:extLst xmlns:a="http://schemas.openxmlformats.org/drawingml/2006/main">
              <a:ext uri="{FF2B5EF4-FFF2-40B4-BE49-F238E27FC236}">
                <a16:creationId xmlns:a16="http://schemas.microsoft.com/office/drawing/2014/main" id="{14B0B009-645F-4138-9F11-0101C634B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7875" y="1001875"/>
            <a:ext cx="2747400" cy="3444600"/>
          </a:xfrm>
          <a:prstGeom xmlns:a="http://schemas.openxmlformats.org/drawingml/2006/main" prst="snip2DiagRect">
            <a:avLst>
              <a:gd name="adj1" fmla="val 0"/>
              <a:gd name="adj2" fmla="val 16667"/>
            </a:avLst>
          </a:prstGeom>
          <a:noFill xmlns:a="http://schemas.openxmlformats.org/drawingml/2006/main"/>
          <a:ln xmlns:a="http://schemas.openxmlformats.org/drawingml/2006/main" w="952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Fira Sans"/>
              <a:ea typeface="Fira Sans"/>
              <a:cs typeface="Fira Sans"/>
            </a:endParaRPr>
          </a:p>
        </p:txBody>
      </p:sp>
      <p:sp>
        <p:nvSpPr>
          <p:cNvPr id="450" name="Google Shape;450;p72">
            <a:extLst xmlns:a="http://schemas.openxmlformats.org/drawingml/2006/main">
              <a:ext uri="{FF2B5EF4-FFF2-40B4-BE49-F238E27FC236}">
                <a16:creationId xmlns:a16="http://schemas.microsoft.com/office/drawing/2014/main" id="{BF7A577A-B213-4597-8C06-ECA0DA56C86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99975" y="2004600"/>
            <a:ext cx="4040100" cy="61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t>Slide Template</a:t>
            </a:r>
            <a:endParaRPr/>
          </a:p>
        </p:txBody>
      </p:sp>
      <p:sp>
        <p:nvSpPr>
          <p:cNvPr id="451" name="Google Shape;451;p72">
            <a:extLst xmlns:a="http://schemas.openxmlformats.org/drawingml/2006/main">
              <a:ext uri="{FF2B5EF4-FFF2-40B4-BE49-F238E27FC236}">
                <a16:creationId xmlns:a16="http://schemas.microsoft.com/office/drawing/2014/main" id="{6B907943-AB75-476B-8AAC-2571F73459B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99972" y="2759075"/>
            <a:ext cx="4040100" cy="47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Here is where your presentation begins</a:t>
            </a:r>
            <a:endParaRPr/>
          </a:p>
        </p:txBody>
      </p:sp>
      <p:sp>
        <p:nvSpPr>
          <p:cNvPr id="452" name="Google Shape;452;p72">
            <a:extLst xmlns:a="http://schemas.openxmlformats.org/drawingml/2006/main">
              <a:ext uri="{FF2B5EF4-FFF2-40B4-BE49-F238E27FC236}">
                <a16:creationId xmlns:a16="http://schemas.microsoft.com/office/drawing/2014/main" id="{2D5EF421-64D1-435E-8E8B-3E9C3CCF3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2925" y="4101850"/>
            <a:ext cx="572400" cy="572400"/>
          </a:xfrm>
          <a:prstGeom xmlns:a="http://schemas.openxmlformats.org/drawingml/2006/main" prst="mathPlus">
            <a:avLst>
              <a:gd name="adj1" fmla="val 16413"/>
            </a:avLst>
          </a:prstGeom>
          <a:noFill xmlns:a="http://schemas.openxmlformats.org/drawingml/2006/main"/>
          <a:ln xmlns:a="http://schemas.openxmlformats.org/drawingml/2006/main" w="952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Fira Sans"/>
              <a:ea typeface="Fira Sans"/>
              <a:cs typeface="Fira Sans"/>
            </a:endParaRPr>
          </a:p>
        </p:txBody>
      </p:sp>
      <p:sp>
        <p:nvSpPr>
          <p:cNvPr id="453" name="Google Shape;453;p72">
            <a:extLst xmlns:a="http://schemas.openxmlformats.org/drawingml/2006/main">
              <a:ext uri="{FF2B5EF4-FFF2-40B4-BE49-F238E27FC236}">
                <a16:creationId xmlns:a16="http://schemas.microsoft.com/office/drawing/2014/main" id="{2F8160D7-E9F3-478D-8552-EDA68D73CF08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5222875" y="752700"/>
            <a:ext cx="3288300" cy="3638100"/>
          </a:xfrm>
          <a:prstGeom xmlns:a="http://schemas.openxmlformats.org/drawingml/2006/main" prst="round1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952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85678729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4" name="Google Shape;514;p76">
            <a:extLst xmlns:a="http://schemas.openxmlformats.org/drawingml/2006/main">
              <a:ext uri="{FF2B5EF4-FFF2-40B4-BE49-F238E27FC236}">
                <a16:creationId xmlns:a16="http://schemas.microsoft.com/office/drawing/2014/main" id="{9CBDBACD-D3BE-4BDF-9C29-1563836F0B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00" y="445025"/>
            <a:ext cx="51213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t/>
            </a:r>
            <a:endParaRPr/>
          </a:p>
        </p:txBody>
      </p:sp>
      <p:sp>
        <p:nvSpPr>
          <p:cNvPr id="515" name="Google Shape;515;p76">
            <a:extLst xmlns:a="http://schemas.openxmlformats.org/drawingml/2006/main">
              <a:ext uri="{FF2B5EF4-FFF2-40B4-BE49-F238E27FC236}">
                <a16:creationId xmlns:a16="http://schemas.microsoft.com/office/drawing/2014/main" id="{2CFDB10C-07E4-47B1-8228-ED67DF7340E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0000" y="1215750"/>
            <a:ext cx="7704000" cy="338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SzPts val="1400"/>
              <a:buNone/>
            </a:pPr>
            <a:r>
              <a:t/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34726850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9" name="Google Shape;529;p78">
            <a:extLst xmlns:a="http://schemas.openxmlformats.org/drawingml/2006/main">
              <a:ext uri="{FF2B5EF4-FFF2-40B4-BE49-F238E27FC236}">
                <a16:creationId xmlns:a16="http://schemas.microsoft.com/office/drawing/2014/main" id="{3B658C5B-443F-4A0D-80ED-530D8CCC498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0000" y="1195475"/>
            <a:ext cx="4081500" cy="335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0" name="Google Shape;530;p78">
            <a:extLst xmlns:a="http://schemas.openxmlformats.org/drawingml/2006/main">
              <a:ext uri="{FF2B5EF4-FFF2-40B4-BE49-F238E27FC236}">
                <a16:creationId xmlns:a16="http://schemas.microsoft.com/office/drawing/2014/main" id="{DD1886AC-623D-43B9-AB14-E2661219B8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00" y="445025"/>
            <a:ext cx="3720300" cy="64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sp>
        <p:nvSpPr>
          <p:cNvPr id="531" name="Google Shape;531;p78">
            <a:extLst xmlns:a="http://schemas.openxmlformats.org/drawingml/2006/main">
              <a:ext uri="{FF2B5EF4-FFF2-40B4-BE49-F238E27FC236}">
                <a16:creationId xmlns:a16="http://schemas.microsoft.com/office/drawing/2014/main" id="{37C1EFCF-840C-4F0B-9BE2-1FBB6FF72A96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5468400" y="915050"/>
            <a:ext cx="3075300" cy="3638100"/>
          </a:xfrm>
          <a:prstGeom xmlns:a="http://schemas.openxmlformats.org/drawingml/2006/main" prst="round1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952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21073682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2" name="Google Shape;542;p80">
            <a:extLst xmlns:a="http://schemas.openxmlformats.org/drawingml/2006/main">
              <a:ext uri="{FF2B5EF4-FFF2-40B4-BE49-F238E27FC236}">
                <a16:creationId xmlns:a16="http://schemas.microsoft.com/office/drawing/2014/main" id="{97068CDD-546B-4BCA-9DE5-0969CC72B1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13050" y="1686275"/>
            <a:ext cx="3634500" cy="75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t/>
            </a:r>
            <a:endParaRPr/>
          </a:p>
        </p:txBody>
      </p:sp>
      <p:sp>
        <p:nvSpPr>
          <p:cNvPr id="543" name="Google Shape;543;p80">
            <a:extLst xmlns:a="http://schemas.openxmlformats.org/drawingml/2006/main">
              <a:ext uri="{FF2B5EF4-FFF2-40B4-BE49-F238E27FC236}">
                <a16:creationId xmlns:a16="http://schemas.microsoft.com/office/drawing/2014/main" id="{C10F1DE1-A1A9-4BA9-BDC9-82F7E9203530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4885050" y="933050"/>
            <a:ext cx="3968700" cy="3678600"/>
          </a:xfrm>
          <a:prstGeom xmlns:a="http://schemas.openxmlformats.org/drawingml/2006/main" prst="round1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952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44" name="Google Shape;544;p80">
            <a:extLst xmlns:a="http://schemas.openxmlformats.org/drawingml/2006/main">
              <a:ext uri="{FF2B5EF4-FFF2-40B4-BE49-F238E27FC236}">
                <a16:creationId xmlns:a16="http://schemas.microsoft.com/office/drawing/2014/main" id="{709370BB-6031-4AFC-B573-0DAE3779F2A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513050" y="2541950"/>
            <a:ext cx="3634500" cy="46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80908429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4" name="Google Shape;554;p82">
            <a:extLst xmlns:a="http://schemas.openxmlformats.org/drawingml/2006/main">
              <a:ext uri="{FF2B5EF4-FFF2-40B4-BE49-F238E27FC236}">
                <a16:creationId xmlns:a16="http://schemas.microsoft.com/office/drawing/2014/main" id="{399926B3-8DA8-41A8-A68B-C8244CD3E839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0" y="0"/>
            <a:ext cx="4434300" cy="5143500"/>
          </a:xfrm>
          <a:prstGeom xmlns:a="http://schemas.openxmlformats.org/drawingml/2006/main" prst="round1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555" name="Google Shape;555;p82">
            <a:extLst xmlns:a="http://schemas.openxmlformats.org/drawingml/2006/main">
              <a:ext uri="{FF2B5EF4-FFF2-40B4-BE49-F238E27FC236}">
                <a16:creationId xmlns:a16="http://schemas.microsoft.com/office/drawing/2014/main" id="{D44B5F99-F68E-4133-BC4B-38B59D9A249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811100" y="1857550"/>
            <a:ext cx="3619800" cy="93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300"/>
              <a:buNone/>
            </a:pPr>
            <a:r>
              <a:t/>
            </a:r>
            <a:endParaRPr/>
          </a:p>
        </p:txBody>
      </p:sp>
      <p:sp>
        <p:nvSpPr>
          <p:cNvPr id="556" name="Google Shape;556;p82">
            <a:extLst xmlns:a="http://schemas.openxmlformats.org/drawingml/2006/main">
              <a:ext uri="{FF2B5EF4-FFF2-40B4-BE49-F238E27FC236}">
                <a16:creationId xmlns:a16="http://schemas.microsoft.com/office/drawing/2014/main" id="{E9B6560F-452B-42F8-B428-1F86DA8755F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810975" y="2788850"/>
            <a:ext cx="3619800" cy="497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69354267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1" name="Google Shape;561;p83">
            <a:extLst xmlns:a="http://schemas.openxmlformats.org/drawingml/2006/main">
              <a:ext uri="{FF2B5EF4-FFF2-40B4-BE49-F238E27FC236}">
                <a16:creationId xmlns:a16="http://schemas.microsoft.com/office/drawing/2014/main" id="{EC3C2AAB-0828-442A-9B3F-AB8B66562CC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3225" y="445025"/>
            <a:ext cx="4338600" cy="65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sp>
        <p:nvSpPr>
          <p:cNvPr id="562" name="Google Shape;562;p83">
            <a:extLst xmlns:a="http://schemas.openxmlformats.org/drawingml/2006/main">
              <a:ext uri="{FF2B5EF4-FFF2-40B4-BE49-F238E27FC236}">
                <a16:creationId xmlns:a16="http://schemas.microsoft.com/office/drawing/2014/main" id="{02542B1C-BDFC-4870-BF95-C00BF59D3F4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713218" y="1098425"/>
            <a:ext cx="4338600" cy="1184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3" name="Google Shape;563;p83">
            <a:extLst xmlns:a="http://schemas.openxmlformats.org/drawingml/2006/main">
              <a:ext uri="{FF2B5EF4-FFF2-40B4-BE49-F238E27FC236}">
                <a16:creationId xmlns:a16="http://schemas.microsoft.com/office/drawing/2014/main" id="{12668FEC-2654-4E19-93A9-DC85BA912C31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5222875" y="941675"/>
            <a:ext cx="3288300" cy="3449100"/>
          </a:xfrm>
          <a:prstGeom xmlns:a="http://schemas.openxmlformats.org/drawingml/2006/main" prst="round1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952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64" name="Google Shape;564;p83">
            <a:extLst xmlns:a="http://schemas.openxmlformats.org/drawingml/2006/main">
              <a:ext uri="{FF2B5EF4-FFF2-40B4-BE49-F238E27FC236}">
                <a16:creationId xmlns:a16="http://schemas.microsoft.com/office/drawing/2014/main" id="{7C6C6105-1A2A-49A3-A950-8C370085412E}"/>
              </a:ext>
            </a:extLst>
          </p:cNvPr>
          <p:cNvSpPr>
            <a:spLocks xmlns:a="http://schemas.openxmlformats.org/drawingml/2006/main" noGrp="1"/>
          </p:cNvSpPr>
          <p:nvPr>
            <p:ph type="pic" idx="3"/>
          </p:nvPr>
        </p:nvSpPr>
        <p:spPr>
          <a:xfrm xmlns:a="http://schemas.openxmlformats.org/drawingml/2006/main">
            <a:off x="713250" y="2249800"/>
            <a:ext cx="4105200" cy="2141100"/>
          </a:xfrm>
          <a:prstGeom xmlns:a="http://schemas.openxmlformats.org/drawingml/2006/main" prst="round1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952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1807885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9" name="Google Shape;529;p78">
            <a:extLst xmlns:a="http://schemas.openxmlformats.org/drawingml/2006/main">
              <a:ext uri="{FF2B5EF4-FFF2-40B4-BE49-F238E27FC236}">
                <a16:creationId xmlns:a16="http://schemas.microsoft.com/office/drawing/2014/main" id="{3B658C5B-443F-4A0D-80ED-530D8CCC498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0000" y="1195475"/>
            <a:ext cx="4081500" cy="335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0" name="Google Shape;530;p78">
            <a:extLst xmlns:a="http://schemas.openxmlformats.org/drawingml/2006/main">
              <a:ext uri="{FF2B5EF4-FFF2-40B4-BE49-F238E27FC236}">
                <a16:creationId xmlns:a16="http://schemas.microsoft.com/office/drawing/2014/main" id="{DD1886AC-623D-43B9-AB14-E2661219B8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00" y="445025"/>
            <a:ext cx="3720300" cy="64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sp>
        <p:nvSpPr>
          <p:cNvPr id="531" name="Google Shape;531;p78">
            <a:extLst xmlns:a="http://schemas.openxmlformats.org/drawingml/2006/main">
              <a:ext uri="{FF2B5EF4-FFF2-40B4-BE49-F238E27FC236}">
                <a16:creationId xmlns:a16="http://schemas.microsoft.com/office/drawing/2014/main" id="{37C1EFCF-840C-4F0B-9BE2-1FBB6FF72A96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5468400" y="915050"/>
            <a:ext cx="3075300" cy="3638100"/>
          </a:xfrm>
          <a:prstGeom xmlns:a="http://schemas.openxmlformats.org/drawingml/2006/main" prst="round1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952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21073682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2" name="Google Shape;592;p87">
            <a:extLst xmlns:a="http://schemas.openxmlformats.org/drawingml/2006/main">
              <a:ext uri="{FF2B5EF4-FFF2-40B4-BE49-F238E27FC236}">
                <a16:creationId xmlns:a16="http://schemas.microsoft.com/office/drawing/2014/main" id="{E7541284-D59F-442D-B3AA-5D8A5464436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00" y="445025"/>
            <a:ext cx="77040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sp>
        <p:nvSpPr>
          <p:cNvPr id="593" name="Google Shape;593;p87">
            <a:extLst xmlns:a="http://schemas.openxmlformats.org/drawingml/2006/main">
              <a:ext uri="{FF2B5EF4-FFF2-40B4-BE49-F238E27FC236}">
                <a16:creationId xmlns:a16="http://schemas.microsoft.com/office/drawing/2014/main" id="{11893B9A-4692-42B2-9A64-59EF00F15C54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768715" y="4071350"/>
            <a:ext cx="2181000" cy="63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94" name="Google Shape;594;p87">
            <a:extLst xmlns:a="http://schemas.openxmlformats.org/drawingml/2006/main">
              <a:ext uri="{FF2B5EF4-FFF2-40B4-BE49-F238E27FC236}">
                <a16:creationId xmlns:a16="http://schemas.microsoft.com/office/drawing/2014/main" id="{0CF7CBE4-9DF2-4E84-8F9C-9185043D53E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768715" y="2361501"/>
            <a:ext cx="2181000" cy="63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95" name="Google Shape;595;p87">
            <a:extLst xmlns:a="http://schemas.openxmlformats.org/drawingml/2006/main">
              <a:ext uri="{FF2B5EF4-FFF2-40B4-BE49-F238E27FC236}">
                <a16:creationId xmlns:a16="http://schemas.microsoft.com/office/drawing/2014/main" id="{A41EE308-B29B-4A1D-AD8D-494F76BAB409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3481500" y="2361501"/>
            <a:ext cx="2181000" cy="63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96" name="Google Shape;596;p87">
            <a:extLst xmlns:a="http://schemas.openxmlformats.org/drawingml/2006/main">
              <a:ext uri="{FF2B5EF4-FFF2-40B4-BE49-F238E27FC236}">
                <a16:creationId xmlns:a16="http://schemas.microsoft.com/office/drawing/2014/main" id="{4F250951-69F1-4706-84C6-8156C4DC2AD2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3481500" y="4071350"/>
            <a:ext cx="2181000" cy="63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97" name="Google Shape;597;p87">
            <a:extLst xmlns:a="http://schemas.openxmlformats.org/drawingml/2006/main">
              <a:ext uri="{FF2B5EF4-FFF2-40B4-BE49-F238E27FC236}">
                <a16:creationId xmlns:a16="http://schemas.microsoft.com/office/drawing/2014/main" id="{10D1ED15-F46C-4EC9-8E0A-CD71EF320377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6194285" y="2361501"/>
            <a:ext cx="2181000" cy="63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98" name="Google Shape;598;p87">
            <a:extLst xmlns:a="http://schemas.openxmlformats.org/drawingml/2006/main">
              <a:ext uri="{FF2B5EF4-FFF2-40B4-BE49-F238E27FC236}">
                <a16:creationId xmlns:a16="http://schemas.microsoft.com/office/drawing/2014/main" id="{43CA2E77-EF39-4247-BD07-5DC9EE493D85}"/>
              </a:ext>
            </a:extLst>
          </p:cNvPr>
          <p:cNvSpPr>
            <a:spLocks xmlns:a="http://schemas.openxmlformats.org/drawingml/2006/main" noGrp="1"/>
          </p:cNvSpPr>
          <p:nvPr>
            <p:ph type="subTitle" idx="6"/>
          </p:nvPr>
        </p:nvSpPr>
        <p:spPr>
          <a:xfrm xmlns:a="http://schemas.openxmlformats.org/drawingml/2006/main">
            <a:off x="6194285" y="4071350"/>
            <a:ext cx="2181000" cy="63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99" name="Google Shape;599;p87">
            <a:extLst xmlns:a="http://schemas.openxmlformats.org/drawingml/2006/main">
              <a:ext uri="{FF2B5EF4-FFF2-40B4-BE49-F238E27FC236}">
                <a16:creationId xmlns:a16="http://schemas.microsoft.com/office/drawing/2014/main" id="{3F9314BE-3A2D-4A0E-9BD1-FC7AD628B846}"/>
              </a:ext>
            </a:extLst>
          </p:cNvPr>
          <p:cNvSpPr>
            <a:spLocks xmlns:a="http://schemas.openxmlformats.org/drawingml/2006/main" noGrp="1"/>
          </p:cNvSpPr>
          <p:nvPr>
            <p:ph type="subTitle" idx="7"/>
          </p:nvPr>
        </p:nvSpPr>
        <p:spPr>
          <a:xfrm xmlns:a="http://schemas.openxmlformats.org/drawingml/2006/main">
            <a:off x="769765" y="1902475"/>
            <a:ext cx="21789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  <p:sp>
        <p:nvSpPr>
          <p:cNvPr id="600" name="Google Shape;600;p87">
            <a:extLst xmlns:a="http://schemas.openxmlformats.org/drawingml/2006/main">
              <a:ext uri="{FF2B5EF4-FFF2-40B4-BE49-F238E27FC236}">
                <a16:creationId xmlns:a16="http://schemas.microsoft.com/office/drawing/2014/main" id="{EA25B76B-4CAD-49A0-94B7-C8598433DC05}"/>
              </a:ext>
            </a:extLst>
          </p:cNvPr>
          <p:cNvSpPr>
            <a:spLocks xmlns:a="http://schemas.openxmlformats.org/drawingml/2006/main" noGrp="1"/>
          </p:cNvSpPr>
          <p:nvPr>
            <p:ph type="subTitle" idx="8"/>
          </p:nvPr>
        </p:nvSpPr>
        <p:spPr>
          <a:xfrm xmlns:a="http://schemas.openxmlformats.org/drawingml/2006/main">
            <a:off x="3482550" y="1902475"/>
            <a:ext cx="21789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  <p:sp>
        <p:nvSpPr>
          <p:cNvPr id="601" name="Google Shape;601;p87">
            <a:extLst xmlns:a="http://schemas.openxmlformats.org/drawingml/2006/main">
              <a:ext uri="{FF2B5EF4-FFF2-40B4-BE49-F238E27FC236}">
                <a16:creationId xmlns:a16="http://schemas.microsoft.com/office/drawing/2014/main" id="{504B9640-A49E-4961-901D-C7C59F7A50EF}"/>
              </a:ext>
            </a:extLst>
          </p:cNvPr>
          <p:cNvSpPr>
            <a:spLocks xmlns:a="http://schemas.openxmlformats.org/drawingml/2006/main" noGrp="1"/>
          </p:cNvSpPr>
          <p:nvPr>
            <p:ph type="subTitle" idx="9"/>
          </p:nvPr>
        </p:nvSpPr>
        <p:spPr>
          <a:xfrm xmlns:a="http://schemas.openxmlformats.org/drawingml/2006/main">
            <a:off x="6195335" y="1902475"/>
            <a:ext cx="21789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  <p:sp>
        <p:nvSpPr>
          <p:cNvPr id="602" name="Google Shape;602;p87">
            <a:extLst xmlns:a="http://schemas.openxmlformats.org/drawingml/2006/main">
              <a:ext uri="{FF2B5EF4-FFF2-40B4-BE49-F238E27FC236}">
                <a16:creationId xmlns:a16="http://schemas.microsoft.com/office/drawing/2014/main" id="{DFE55494-2E9E-4263-92FA-CFECB23E5F95}"/>
              </a:ext>
            </a:extLst>
          </p:cNvPr>
          <p:cNvSpPr>
            <a:spLocks xmlns:a="http://schemas.openxmlformats.org/drawingml/2006/main" noGrp="1"/>
          </p:cNvSpPr>
          <p:nvPr>
            <p:ph type="subTitle" idx="13"/>
          </p:nvPr>
        </p:nvSpPr>
        <p:spPr>
          <a:xfrm xmlns:a="http://schemas.openxmlformats.org/drawingml/2006/main">
            <a:off x="769765" y="3612300"/>
            <a:ext cx="21789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  <p:sp>
        <p:nvSpPr>
          <p:cNvPr id="603" name="Google Shape;603;p87">
            <a:extLst xmlns:a="http://schemas.openxmlformats.org/drawingml/2006/main">
              <a:ext uri="{FF2B5EF4-FFF2-40B4-BE49-F238E27FC236}">
                <a16:creationId xmlns:a16="http://schemas.microsoft.com/office/drawing/2014/main" id="{C44B8133-4C24-4B63-ADE4-1F80F89E3158}"/>
              </a:ext>
            </a:extLst>
          </p:cNvPr>
          <p:cNvSpPr>
            <a:spLocks xmlns:a="http://schemas.openxmlformats.org/drawingml/2006/main" noGrp="1"/>
          </p:cNvSpPr>
          <p:nvPr>
            <p:ph type="subTitle" idx="14"/>
          </p:nvPr>
        </p:nvSpPr>
        <p:spPr>
          <a:xfrm xmlns:a="http://schemas.openxmlformats.org/drawingml/2006/main">
            <a:off x="3482550" y="3612300"/>
            <a:ext cx="21789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  <p:sp>
        <p:nvSpPr>
          <p:cNvPr id="604" name="Google Shape;604;p87">
            <a:extLst xmlns:a="http://schemas.openxmlformats.org/drawingml/2006/main">
              <a:ext uri="{FF2B5EF4-FFF2-40B4-BE49-F238E27FC236}">
                <a16:creationId xmlns:a16="http://schemas.microsoft.com/office/drawing/2014/main" id="{7019B981-1C1D-4A0A-95AA-D2073BD47D10}"/>
              </a:ext>
            </a:extLst>
          </p:cNvPr>
          <p:cNvSpPr>
            <a:spLocks xmlns:a="http://schemas.openxmlformats.org/drawingml/2006/main" noGrp="1"/>
          </p:cNvSpPr>
          <p:nvPr>
            <p:ph type="subTitle" idx="15"/>
          </p:nvPr>
        </p:nvSpPr>
        <p:spPr>
          <a:xfrm xmlns:a="http://schemas.openxmlformats.org/drawingml/2006/main">
            <a:off x="6195335" y="3612300"/>
            <a:ext cx="21789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13086839"/>
      </p:ext>
    </p:extLst>
  </p:cSld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2026-08-12T06:32:11.1150000Z</dcterms:created>
  <dcterms:modified xsi:type="dcterms:W3CDTF">2026-08-12T06:32:11.1150000Z</dcterms:modified>
</coreProperties>
</file>